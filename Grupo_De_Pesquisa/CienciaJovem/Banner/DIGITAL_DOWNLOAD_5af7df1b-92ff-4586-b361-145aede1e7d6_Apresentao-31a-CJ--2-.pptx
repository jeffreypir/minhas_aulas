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D71"/>
    <a:srgbClr val="192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2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A CAVALCANTI CAPUANO" userId="5699b8cf-821d-4c44-8077-15fcdc1fdbb3" providerId="ADAL" clId="{5AD32AD3-439B-47D9-B7DC-9A70548A0C4B}"/>
    <pc:docChg chg="modSld">
      <pc:chgData name="FERNANDA CAVALCANTI CAPUANO" userId="5699b8cf-821d-4c44-8077-15fcdc1fdbb3" providerId="ADAL" clId="{5AD32AD3-439B-47D9-B7DC-9A70548A0C4B}" dt="2025-05-12T17:07:22.814" v="5"/>
      <pc:docMkLst>
        <pc:docMk/>
      </pc:docMkLst>
      <pc:sldChg chg="setBg">
        <pc:chgData name="FERNANDA CAVALCANTI CAPUANO" userId="5699b8cf-821d-4c44-8077-15fcdc1fdbb3" providerId="ADAL" clId="{5AD32AD3-439B-47D9-B7DC-9A70548A0C4B}" dt="2025-05-12T17:06:32.126" v="1"/>
        <pc:sldMkLst>
          <pc:docMk/>
          <pc:sldMk cId="970908861" sldId="257"/>
        </pc:sldMkLst>
      </pc:sldChg>
      <pc:sldChg chg="setBg">
        <pc:chgData name="FERNANDA CAVALCANTI CAPUANO" userId="5699b8cf-821d-4c44-8077-15fcdc1fdbb3" providerId="ADAL" clId="{5AD32AD3-439B-47D9-B7DC-9A70548A0C4B}" dt="2025-05-12T17:06:46.918" v="3"/>
        <pc:sldMkLst>
          <pc:docMk/>
          <pc:sldMk cId="3429227862" sldId="258"/>
        </pc:sldMkLst>
      </pc:sldChg>
      <pc:sldChg chg="setBg">
        <pc:chgData name="FERNANDA CAVALCANTI CAPUANO" userId="5699b8cf-821d-4c44-8077-15fcdc1fdbb3" providerId="ADAL" clId="{5AD32AD3-439B-47D9-B7DC-9A70548A0C4B}" dt="2025-05-12T17:07:22.814" v="5"/>
        <pc:sldMkLst>
          <pc:docMk/>
          <pc:sldMk cId="629291687" sldId="259"/>
        </pc:sldMkLst>
      </pc:sldChg>
    </pc:docChg>
  </pc:docChgLst>
  <pc:docChgLst>
    <pc:chgData name="Fernanda Capuano" userId="76627edc2b472de5" providerId="LiveId" clId="{CA81E8C0-8FFE-42C3-BA0E-2C156F9FC99F}"/>
    <pc:docChg chg="undo custSel modSld">
      <pc:chgData name="Fernanda Capuano" userId="76627edc2b472de5" providerId="LiveId" clId="{CA81E8C0-8FFE-42C3-BA0E-2C156F9FC99F}" dt="2025-10-08T17:38:08.655" v="43"/>
      <pc:docMkLst>
        <pc:docMk/>
      </pc:docMkLst>
      <pc:sldChg chg="addSp delSp modSp mod setBg">
        <pc:chgData name="Fernanda Capuano" userId="76627edc2b472de5" providerId="LiveId" clId="{CA81E8C0-8FFE-42C3-BA0E-2C156F9FC99F}" dt="2025-10-08T17:35:33.260" v="15" actId="478"/>
        <pc:sldMkLst>
          <pc:docMk/>
          <pc:sldMk cId="4268190888" sldId="256"/>
        </pc:sldMkLst>
        <pc:picChg chg="add mod ord">
          <ac:chgData name="Fernanda Capuano" userId="76627edc2b472de5" providerId="LiveId" clId="{CA81E8C0-8FFE-42C3-BA0E-2C156F9FC99F}" dt="2025-10-08T17:35:31.230" v="14" actId="167"/>
          <ac:picMkLst>
            <pc:docMk/>
            <pc:sldMk cId="4268190888" sldId="256"/>
            <ac:picMk id="3" creationId="{12653225-ABB1-47DF-B475-55C51D1C2693}"/>
          </ac:picMkLst>
        </pc:picChg>
        <pc:picChg chg="add del mod">
          <ac:chgData name="Fernanda Capuano" userId="76627edc2b472de5" providerId="LiveId" clId="{CA81E8C0-8FFE-42C3-BA0E-2C156F9FC99F}" dt="2025-10-08T17:35:33.260" v="15" actId="478"/>
          <ac:picMkLst>
            <pc:docMk/>
            <pc:sldMk cId="4268190888" sldId="256"/>
            <ac:picMk id="7" creationId="{699C1FCF-0286-4727-8D4D-E20B376F4D43}"/>
          </ac:picMkLst>
        </pc:picChg>
      </pc:sldChg>
      <pc:sldChg chg="addSp delSp modSp mod setBg">
        <pc:chgData name="Fernanda Capuano" userId="76627edc2b472de5" providerId="LiveId" clId="{CA81E8C0-8FFE-42C3-BA0E-2C156F9FC99F}" dt="2025-10-08T17:37:43.005" v="39" actId="478"/>
        <pc:sldMkLst>
          <pc:docMk/>
          <pc:sldMk cId="970908861" sldId="257"/>
        </pc:sldMkLst>
        <pc:spChg chg="mod">
          <ac:chgData name="Fernanda Capuano" userId="76627edc2b472de5" providerId="LiveId" clId="{CA81E8C0-8FFE-42C3-BA0E-2C156F9FC99F}" dt="2025-10-08T17:36:37.461" v="24" actId="207"/>
          <ac:spMkLst>
            <pc:docMk/>
            <pc:sldMk cId="970908861" sldId="257"/>
            <ac:spMk id="4" creationId="{2390ABE1-FE03-446A-ACD4-F36A7023F869}"/>
          </ac:spMkLst>
        </pc:spChg>
        <pc:spChg chg="mod">
          <ac:chgData name="Fernanda Capuano" userId="76627edc2b472de5" providerId="LiveId" clId="{CA81E8C0-8FFE-42C3-BA0E-2C156F9FC99F}" dt="2025-10-08T17:36:27.917" v="23" actId="207"/>
          <ac:spMkLst>
            <pc:docMk/>
            <pc:sldMk cId="970908861" sldId="257"/>
            <ac:spMk id="7" creationId="{1F71DE83-4B49-4480-8953-E36021B11AA1}"/>
          </ac:spMkLst>
        </pc:spChg>
        <pc:picChg chg="add mod ord">
          <ac:chgData name="Fernanda Capuano" userId="76627edc2b472de5" providerId="LiveId" clId="{CA81E8C0-8FFE-42C3-BA0E-2C156F9FC99F}" dt="2025-10-08T17:37:40.006" v="38" actId="171"/>
          <ac:picMkLst>
            <pc:docMk/>
            <pc:sldMk cId="970908861" sldId="257"/>
            <ac:picMk id="3" creationId="{395E3893-ADCC-4473-9D22-707505A96FF0}"/>
          </ac:picMkLst>
        </pc:picChg>
        <pc:picChg chg="del mod">
          <ac:chgData name="Fernanda Capuano" userId="76627edc2b472de5" providerId="LiveId" clId="{CA81E8C0-8FFE-42C3-BA0E-2C156F9FC99F}" dt="2025-10-08T17:37:43.005" v="39" actId="478"/>
          <ac:picMkLst>
            <pc:docMk/>
            <pc:sldMk cId="970908861" sldId="257"/>
            <ac:picMk id="6" creationId="{57ED7A62-862F-4E9C-AC0A-A536E97BC062}"/>
          </ac:picMkLst>
        </pc:picChg>
      </pc:sldChg>
      <pc:sldChg chg="setBg">
        <pc:chgData name="Fernanda Capuano" userId="76627edc2b472de5" providerId="LiveId" clId="{CA81E8C0-8FFE-42C3-BA0E-2C156F9FC99F}" dt="2025-10-08T17:37:58.626" v="41"/>
        <pc:sldMkLst>
          <pc:docMk/>
          <pc:sldMk cId="3429227862" sldId="258"/>
        </pc:sldMkLst>
      </pc:sldChg>
      <pc:sldChg chg="setBg">
        <pc:chgData name="Fernanda Capuano" userId="76627edc2b472de5" providerId="LiveId" clId="{CA81E8C0-8FFE-42C3-BA0E-2C156F9FC99F}" dt="2025-10-08T17:38:08.655" v="43"/>
        <pc:sldMkLst>
          <pc:docMk/>
          <pc:sldMk cId="629291687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24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108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17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19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532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29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1801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6101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581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4680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033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A6190-EE45-4176-AA51-2C506BF936BC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24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2653225-ABB1-47DF-B475-55C51D1C2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609" y="1396493"/>
            <a:ext cx="4426784" cy="1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90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390ABE1-FE03-446A-ACD4-F36A7023F869}"/>
              </a:ext>
            </a:extLst>
          </p:cNvPr>
          <p:cNvSpPr/>
          <p:nvPr/>
        </p:nvSpPr>
        <p:spPr>
          <a:xfrm>
            <a:off x="-90742" y="230345"/>
            <a:ext cx="6205356" cy="460690"/>
          </a:xfrm>
          <a:prstGeom prst="rect">
            <a:avLst/>
          </a:prstGeom>
          <a:solidFill>
            <a:srgbClr val="2C2D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95E3893-ADCC-4473-9D22-707505A96F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688" y="-12738"/>
            <a:ext cx="945375" cy="94611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F71DE83-4B49-4480-8953-E36021B11AA1}"/>
              </a:ext>
            </a:extLst>
          </p:cNvPr>
          <p:cNvSpPr txBox="1"/>
          <p:nvPr/>
        </p:nvSpPr>
        <p:spPr>
          <a:xfrm>
            <a:off x="600294" y="251285"/>
            <a:ext cx="551432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Arial Black" panose="020B0A04020102020204" pitchFamily="34" charset="0"/>
              </a:rPr>
              <a:t>TÓPICO AQUI EM ARIAL BLACK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D1427A9-ECA5-4967-9991-93A924DDF258}"/>
              </a:ext>
            </a:extLst>
          </p:cNvPr>
          <p:cNvSpPr txBox="1"/>
          <p:nvPr/>
        </p:nvSpPr>
        <p:spPr>
          <a:xfrm>
            <a:off x="420336" y="985728"/>
            <a:ext cx="5694278" cy="3051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600"/>
              </a:lnSpc>
              <a:spcAft>
                <a:spcPts val="600"/>
              </a:spcAft>
            </a:pP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Fusce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augue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nisl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hendrerit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a,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suscipit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turpis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Mauris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mollis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pharetra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sapien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tempus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habitant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morbi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tristique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senectus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netus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malesuada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fames ac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turpis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Vestibulum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non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molestie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risus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ts val="1600"/>
              </a:lnSpc>
              <a:spcAft>
                <a:spcPts val="600"/>
              </a:spcAft>
            </a:pP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pt-BR" sz="1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Tópico 1</a:t>
            </a:r>
          </a:p>
          <a:p>
            <a:pPr algn="just">
              <a:lnSpc>
                <a:spcPts val="1600"/>
              </a:lnSpc>
              <a:spcAft>
                <a:spcPts val="600"/>
              </a:spcAft>
            </a:pPr>
            <a:r>
              <a:rPr lang="pt-BR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pt-BR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Tópico 2</a:t>
            </a:r>
          </a:p>
          <a:p>
            <a:pPr algn="just">
              <a:lnSpc>
                <a:spcPts val="1600"/>
              </a:lnSpc>
              <a:spcAft>
                <a:spcPts val="600"/>
              </a:spcAft>
            </a:pP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pt-BR" sz="1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Tópico 3</a:t>
            </a:r>
          </a:p>
          <a:p>
            <a:pPr algn="just">
              <a:lnSpc>
                <a:spcPts val="1600"/>
              </a:lnSpc>
              <a:spcAft>
                <a:spcPts val="600"/>
              </a:spcAft>
            </a:pP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Curabitur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suscipit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purus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rutrum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mauris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eu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ullamcorper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cursus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magna eu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orci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ultrices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Curabitur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quis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risus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lacinia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Morbi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condimentum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mattis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Cras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fermentum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nisl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ligula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interdum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Ut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sapien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vitae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dapibus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Aliquam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erat </a:t>
            </a:r>
            <a:r>
              <a:rPr lang="pt-BR" sz="12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volutpat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0908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227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2916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135</Words>
  <Application>Microsoft Office PowerPoint</Application>
  <PresentationFormat>Apresentação na tela (16:9)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FERNANDA CAVALCANTI CAPUANO</dc:creator>
  <cp:lastModifiedBy>Fernanda Capuano</cp:lastModifiedBy>
  <cp:revision>5</cp:revision>
  <dcterms:created xsi:type="dcterms:W3CDTF">2025-03-17T17:29:23Z</dcterms:created>
  <dcterms:modified xsi:type="dcterms:W3CDTF">2025-10-08T17:38:16Z</dcterms:modified>
</cp:coreProperties>
</file>