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61" r:id="rId5"/>
    <p:sldId id="268" r:id="rId6"/>
    <p:sldId id="265" r:id="rId7"/>
    <p:sldId id="269" r:id="rId8"/>
    <p:sldId id="263" r:id="rId9"/>
    <p:sldId id="267" r:id="rId10"/>
    <p:sldId id="266" r:id="rId11"/>
    <p:sldId id="270" r:id="rId12"/>
    <p:sldId id="25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D71"/>
    <a:srgbClr val="19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52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A CAVALCANTI CAPUANO" userId="5699b8cf-821d-4c44-8077-15fcdc1fdbb3" providerId="ADAL" clId="{5AD32AD3-439B-47D9-B7DC-9A70548A0C4B}"/>
    <pc:docChg chg="modSld">
      <pc:chgData name="FERNANDA CAVALCANTI CAPUANO" userId="5699b8cf-821d-4c44-8077-15fcdc1fdbb3" providerId="ADAL" clId="{5AD32AD3-439B-47D9-B7DC-9A70548A0C4B}" dt="2025-05-12T17:07:22.814" v="5"/>
      <pc:docMkLst>
        <pc:docMk/>
      </pc:docMkLst>
      <pc:sldChg chg="setBg">
        <pc:chgData name="FERNANDA CAVALCANTI CAPUANO" userId="5699b8cf-821d-4c44-8077-15fcdc1fdbb3" providerId="ADAL" clId="{5AD32AD3-439B-47D9-B7DC-9A70548A0C4B}" dt="2025-05-12T17:06:32.126" v="1"/>
        <pc:sldMkLst>
          <pc:docMk/>
          <pc:sldMk cId="970908861" sldId="257"/>
        </pc:sldMkLst>
      </pc:sldChg>
      <pc:sldChg chg="setBg">
        <pc:chgData name="FERNANDA CAVALCANTI CAPUANO" userId="5699b8cf-821d-4c44-8077-15fcdc1fdbb3" providerId="ADAL" clId="{5AD32AD3-439B-47D9-B7DC-9A70548A0C4B}" dt="2025-05-12T17:06:46.918" v="3"/>
        <pc:sldMkLst>
          <pc:docMk/>
          <pc:sldMk cId="3429227862" sldId="258"/>
        </pc:sldMkLst>
      </pc:sldChg>
      <pc:sldChg chg="setBg">
        <pc:chgData name="FERNANDA CAVALCANTI CAPUANO" userId="5699b8cf-821d-4c44-8077-15fcdc1fdbb3" providerId="ADAL" clId="{5AD32AD3-439B-47D9-B7DC-9A70548A0C4B}" dt="2025-05-12T17:07:22.814" v="5"/>
        <pc:sldMkLst>
          <pc:docMk/>
          <pc:sldMk cId="629291687" sldId="259"/>
        </pc:sldMkLst>
      </pc:sldChg>
    </pc:docChg>
  </pc:docChgLst>
  <pc:docChgLst>
    <pc:chgData name="Fernanda Capuano" userId="76627edc2b472de5" providerId="LiveId" clId="{CA81E8C0-8FFE-42C3-BA0E-2C156F9FC99F}"/>
    <pc:docChg chg="undo custSel modSld">
      <pc:chgData name="Fernanda Capuano" userId="76627edc2b472de5" providerId="LiveId" clId="{CA81E8C0-8FFE-42C3-BA0E-2C156F9FC99F}" dt="2025-10-08T17:38:08.655" v="43"/>
      <pc:docMkLst>
        <pc:docMk/>
      </pc:docMkLst>
      <pc:sldChg chg="addSp delSp modSp mod setBg">
        <pc:chgData name="Fernanda Capuano" userId="76627edc2b472de5" providerId="LiveId" clId="{CA81E8C0-8FFE-42C3-BA0E-2C156F9FC99F}" dt="2025-10-08T17:35:33.260" v="15" actId="478"/>
        <pc:sldMkLst>
          <pc:docMk/>
          <pc:sldMk cId="4268190888" sldId="256"/>
        </pc:sldMkLst>
        <pc:picChg chg="add mod ord">
          <ac:chgData name="Fernanda Capuano" userId="76627edc2b472de5" providerId="LiveId" clId="{CA81E8C0-8FFE-42C3-BA0E-2C156F9FC99F}" dt="2025-10-08T17:35:31.230" v="14" actId="167"/>
          <ac:picMkLst>
            <pc:docMk/>
            <pc:sldMk cId="4268190888" sldId="256"/>
            <ac:picMk id="3" creationId="{12653225-ABB1-47DF-B475-55C51D1C2693}"/>
          </ac:picMkLst>
        </pc:picChg>
        <pc:picChg chg="add del mod">
          <ac:chgData name="Fernanda Capuano" userId="76627edc2b472de5" providerId="LiveId" clId="{CA81E8C0-8FFE-42C3-BA0E-2C156F9FC99F}" dt="2025-10-08T17:35:33.260" v="15" actId="478"/>
          <ac:picMkLst>
            <pc:docMk/>
            <pc:sldMk cId="4268190888" sldId="256"/>
            <ac:picMk id="7" creationId="{699C1FCF-0286-4727-8D4D-E20B376F4D43}"/>
          </ac:picMkLst>
        </pc:picChg>
      </pc:sldChg>
      <pc:sldChg chg="addSp delSp modSp mod setBg">
        <pc:chgData name="Fernanda Capuano" userId="76627edc2b472de5" providerId="LiveId" clId="{CA81E8C0-8FFE-42C3-BA0E-2C156F9FC99F}" dt="2025-10-08T17:37:43.005" v="39" actId="478"/>
        <pc:sldMkLst>
          <pc:docMk/>
          <pc:sldMk cId="970908861" sldId="257"/>
        </pc:sldMkLst>
        <pc:spChg chg="mod">
          <ac:chgData name="Fernanda Capuano" userId="76627edc2b472de5" providerId="LiveId" clId="{CA81E8C0-8FFE-42C3-BA0E-2C156F9FC99F}" dt="2025-10-08T17:36:37.461" v="24" actId="207"/>
          <ac:spMkLst>
            <pc:docMk/>
            <pc:sldMk cId="970908861" sldId="257"/>
            <ac:spMk id="4" creationId="{2390ABE1-FE03-446A-ACD4-F36A7023F869}"/>
          </ac:spMkLst>
        </pc:spChg>
        <pc:spChg chg="mod">
          <ac:chgData name="Fernanda Capuano" userId="76627edc2b472de5" providerId="LiveId" clId="{CA81E8C0-8FFE-42C3-BA0E-2C156F9FC99F}" dt="2025-10-08T17:36:27.917" v="23" actId="207"/>
          <ac:spMkLst>
            <pc:docMk/>
            <pc:sldMk cId="970908861" sldId="257"/>
            <ac:spMk id="7" creationId="{1F71DE83-4B49-4480-8953-E36021B11AA1}"/>
          </ac:spMkLst>
        </pc:spChg>
        <pc:picChg chg="add mod ord">
          <ac:chgData name="Fernanda Capuano" userId="76627edc2b472de5" providerId="LiveId" clId="{CA81E8C0-8FFE-42C3-BA0E-2C156F9FC99F}" dt="2025-10-08T17:37:40.006" v="38" actId="171"/>
          <ac:picMkLst>
            <pc:docMk/>
            <pc:sldMk cId="970908861" sldId="257"/>
            <ac:picMk id="3" creationId="{395E3893-ADCC-4473-9D22-707505A96FF0}"/>
          </ac:picMkLst>
        </pc:picChg>
        <pc:picChg chg="del mod">
          <ac:chgData name="Fernanda Capuano" userId="76627edc2b472de5" providerId="LiveId" clId="{CA81E8C0-8FFE-42C3-BA0E-2C156F9FC99F}" dt="2025-10-08T17:37:43.005" v="39" actId="478"/>
          <ac:picMkLst>
            <pc:docMk/>
            <pc:sldMk cId="970908861" sldId="257"/>
            <ac:picMk id="6" creationId="{57ED7A62-862F-4E9C-AC0A-A536E97BC062}"/>
          </ac:picMkLst>
        </pc:picChg>
      </pc:sldChg>
      <pc:sldChg chg="setBg">
        <pc:chgData name="Fernanda Capuano" userId="76627edc2b472de5" providerId="LiveId" clId="{CA81E8C0-8FFE-42C3-BA0E-2C156F9FC99F}" dt="2025-10-08T17:37:58.626" v="41"/>
        <pc:sldMkLst>
          <pc:docMk/>
          <pc:sldMk cId="3429227862" sldId="258"/>
        </pc:sldMkLst>
      </pc:sldChg>
      <pc:sldChg chg="setBg">
        <pc:chgData name="Fernanda Capuano" userId="76627edc2b472de5" providerId="LiveId" clId="{CA81E8C0-8FFE-42C3-BA0E-2C156F9FC99F}" dt="2025-10-08T17:38:08.655" v="43"/>
        <pc:sldMkLst>
          <pc:docMk/>
          <pc:sldMk cId="629291687" sldId="25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5CFDA2-8255-485A-A698-96BFC33BB6B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F496DC8-C139-48FF-A3D9-2059ACB923A6}">
      <dgm:prSet phldrT="[Texto]"/>
      <dgm:spPr>
        <a:solidFill>
          <a:schemeClr val="accent6"/>
        </a:solidFill>
      </dgm:spPr>
      <dgm:t>
        <a:bodyPr/>
        <a:lstStyle/>
        <a:p>
          <a:r>
            <a:rPr lang="pt-BR" dirty="0" smtClean="0"/>
            <a:t> 📝 Planejamento  </a:t>
          </a:r>
          <a:endParaRPr lang="pt-BR" dirty="0"/>
        </a:p>
      </dgm:t>
    </dgm:pt>
    <dgm:pt modelId="{7B65E4C5-7555-4B4E-906D-61565E3DEF42}" type="parTrans" cxnId="{FF290AA0-5619-4F32-B7BD-E29B5C92CC98}">
      <dgm:prSet/>
      <dgm:spPr/>
      <dgm:t>
        <a:bodyPr/>
        <a:lstStyle/>
        <a:p>
          <a:endParaRPr lang="pt-BR"/>
        </a:p>
      </dgm:t>
    </dgm:pt>
    <dgm:pt modelId="{0622C0B3-A3C2-42DF-A901-136FF6D4C3D6}" type="sibTrans" cxnId="{FF290AA0-5619-4F32-B7BD-E29B5C92CC98}">
      <dgm:prSet/>
      <dgm:spPr/>
      <dgm:t>
        <a:bodyPr/>
        <a:lstStyle/>
        <a:p>
          <a:endParaRPr lang="pt-BR"/>
        </a:p>
      </dgm:t>
    </dgm:pt>
    <dgm:pt modelId="{EFC2CA17-FC97-41A3-8E68-4C07A220B6B5}">
      <dgm:prSet phldrT="[Texto]"/>
      <dgm:spPr>
        <a:solidFill>
          <a:srgbClr val="00B050"/>
        </a:solidFill>
      </dgm:spPr>
      <dgm:t>
        <a:bodyPr/>
        <a:lstStyle/>
        <a:p>
          <a:r>
            <a:rPr lang="pt-BR" dirty="0" smtClean="0"/>
            <a:t>⚙ Prototipagem</a:t>
          </a:r>
          <a:endParaRPr lang="pt-BR" dirty="0"/>
        </a:p>
      </dgm:t>
    </dgm:pt>
    <dgm:pt modelId="{80D4CE12-AD7A-41C9-AA82-808D707E44CF}" type="parTrans" cxnId="{97BBC2AD-31C5-49D2-B80A-D66D38E3CD8B}">
      <dgm:prSet/>
      <dgm:spPr/>
      <dgm:t>
        <a:bodyPr/>
        <a:lstStyle/>
        <a:p>
          <a:endParaRPr lang="pt-BR"/>
        </a:p>
      </dgm:t>
    </dgm:pt>
    <dgm:pt modelId="{E6C710BA-E2FB-4FBF-9B32-8EEA80D313C0}" type="sibTrans" cxnId="{97BBC2AD-31C5-49D2-B80A-D66D38E3CD8B}">
      <dgm:prSet/>
      <dgm:spPr/>
      <dgm:t>
        <a:bodyPr/>
        <a:lstStyle/>
        <a:p>
          <a:endParaRPr lang="pt-BR"/>
        </a:p>
      </dgm:t>
    </dgm:pt>
    <dgm:pt modelId="{E4927E91-21E6-43CA-A1DA-1ABDD4ED1D80}">
      <dgm:prSet phldrT="[Texto]"/>
      <dgm:spPr>
        <a:solidFill>
          <a:srgbClr val="00B050"/>
        </a:solidFill>
      </dgm:spPr>
      <dgm:t>
        <a:bodyPr/>
        <a:lstStyle/>
        <a:p>
          <a:r>
            <a:rPr lang="pt-BR" dirty="0" smtClean="0"/>
            <a:t> 💻 Programação </a:t>
          </a:r>
          <a:endParaRPr lang="pt-BR" dirty="0"/>
        </a:p>
      </dgm:t>
    </dgm:pt>
    <dgm:pt modelId="{F16B8170-FF06-45B3-AA78-369C22BA924C}" type="parTrans" cxnId="{9756B9DD-BA66-4B66-B094-CE1C4DB2ADE2}">
      <dgm:prSet/>
      <dgm:spPr/>
      <dgm:t>
        <a:bodyPr/>
        <a:lstStyle/>
        <a:p>
          <a:endParaRPr lang="pt-BR"/>
        </a:p>
      </dgm:t>
    </dgm:pt>
    <dgm:pt modelId="{45B066CB-22E6-4C74-8731-225EEC39A9D5}" type="sibTrans" cxnId="{9756B9DD-BA66-4B66-B094-CE1C4DB2ADE2}">
      <dgm:prSet/>
      <dgm:spPr/>
      <dgm:t>
        <a:bodyPr/>
        <a:lstStyle/>
        <a:p>
          <a:endParaRPr lang="pt-BR"/>
        </a:p>
      </dgm:t>
    </dgm:pt>
    <dgm:pt modelId="{5F81AB0A-A54A-4A3E-B6A4-6ADF77948D61}">
      <dgm:prSet phldrT="[Texto]"/>
      <dgm:spPr>
        <a:solidFill>
          <a:srgbClr val="00B050"/>
        </a:solidFill>
      </dgm:spPr>
      <dgm:t>
        <a:bodyPr/>
        <a:lstStyle/>
        <a:p>
          <a:r>
            <a:rPr lang="pt-BR" dirty="0" smtClean="0"/>
            <a:t>🔬 Testes </a:t>
          </a:r>
          <a:endParaRPr lang="pt-BR" dirty="0"/>
        </a:p>
      </dgm:t>
    </dgm:pt>
    <dgm:pt modelId="{E892D0DC-3419-4E08-B6E1-B34DC4052507}" type="parTrans" cxnId="{C0F9A609-071B-4F34-967C-0C3A21EE2DE0}">
      <dgm:prSet/>
      <dgm:spPr/>
      <dgm:t>
        <a:bodyPr/>
        <a:lstStyle/>
        <a:p>
          <a:endParaRPr lang="pt-BR"/>
        </a:p>
      </dgm:t>
    </dgm:pt>
    <dgm:pt modelId="{6FACE0FA-A5BD-4569-A2DD-4FB401ED3AB9}" type="sibTrans" cxnId="{C0F9A609-071B-4F34-967C-0C3A21EE2DE0}">
      <dgm:prSet/>
      <dgm:spPr/>
      <dgm:t>
        <a:bodyPr/>
        <a:lstStyle/>
        <a:p>
          <a:endParaRPr lang="pt-BR"/>
        </a:p>
      </dgm:t>
    </dgm:pt>
    <dgm:pt modelId="{7ACBCCCE-6237-436B-86C0-1FC3C968C9AC}">
      <dgm:prSet phldrT="[Texto]"/>
      <dgm:spPr>
        <a:solidFill>
          <a:srgbClr val="00B050"/>
        </a:solidFill>
      </dgm:spPr>
      <dgm:t>
        <a:bodyPr/>
        <a:lstStyle/>
        <a:p>
          <a:r>
            <a:rPr lang="pt-BR" dirty="0" smtClean="0"/>
            <a:t>🔍 Análise</a:t>
          </a:r>
          <a:endParaRPr lang="pt-BR" dirty="0"/>
        </a:p>
      </dgm:t>
    </dgm:pt>
    <dgm:pt modelId="{D7D7E46A-FC30-45EE-A769-CBB091344C07}" type="parTrans" cxnId="{4F55E2F2-40B1-4EE6-ACEF-D83D9FE8E1C5}">
      <dgm:prSet/>
      <dgm:spPr/>
      <dgm:t>
        <a:bodyPr/>
        <a:lstStyle/>
        <a:p>
          <a:endParaRPr lang="pt-BR"/>
        </a:p>
      </dgm:t>
    </dgm:pt>
    <dgm:pt modelId="{D8070F74-4963-4D2B-AA93-91A1BFD092D8}" type="sibTrans" cxnId="{4F55E2F2-40B1-4EE6-ACEF-D83D9FE8E1C5}">
      <dgm:prSet/>
      <dgm:spPr/>
      <dgm:t>
        <a:bodyPr/>
        <a:lstStyle/>
        <a:p>
          <a:endParaRPr lang="pt-BR"/>
        </a:p>
      </dgm:t>
    </dgm:pt>
    <dgm:pt modelId="{5D4FF99E-40DD-4DA2-AF32-97D07958D56E}" type="pres">
      <dgm:prSet presAssocID="{E65CFDA2-8255-485A-A698-96BFC33BB6B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9F2CFCF-719A-4D3E-95CC-F545629C18A1}" type="pres">
      <dgm:prSet presAssocID="{DF496DC8-C139-48FF-A3D9-2059ACB923A6}" presName="parentLin" presStyleCnt="0"/>
      <dgm:spPr/>
    </dgm:pt>
    <dgm:pt modelId="{BE28995B-FFFC-443A-98F2-10B66BB3DE5B}" type="pres">
      <dgm:prSet presAssocID="{DF496DC8-C139-48FF-A3D9-2059ACB923A6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86CB4890-DD07-45DB-9943-6FC450C0C7F9}" type="pres">
      <dgm:prSet presAssocID="{DF496DC8-C139-48FF-A3D9-2059ACB923A6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EE9DF3-E12C-4945-BA37-87917292C748}" type="pres">
      <dgm:prSet presAssocID="{DF496DC8-C139-48FF-A3D9-2059ACB923A6}" presName="negativeSpace" presStyleCnt="0"/>
      <dgm:spPr/>
    </dgm:pt>
    <dgm:pt modelId="{4F0B795B-04EB-4727-9B67-3A0783CD3679}" type="pres">
      <dgm:prSet presAssocID="{DF496DC8-C139-48FF-A3D9-2059ACB923A6}" presName="childText" presStyleLbl="conFgAcc1" presStyleIdx="0" presStyleCnt="5">
        <dgm:presLayoutVars>
          <dgm:bulletEnabled val="1"/>
        </dgm:presLayoutVars>
      </dgm:prSet>
      <dgm:spPr/>
    </dgm:pt>
    <dgm:pt modelId="{3DC38C0A-33A6-4974-8147-5906384776CE}" type="pres">
      <dgm:prSet presAssocID="{0622C0B3-A3C2-42DF-A901-136FF6D4C3D6}" presName="spaceBetweenRectangles" presStyleCnt="0"/>
      <dgm:spPr/>
    </dgm:pt>
    <dgm:pt modelId="{F994CAF0-4448-43BF-9ABD-7BA3C95BEB5D}" type="pres">
      <dgm:prSet presAssocID="{EFC2CA17-FC97-41A3-8E68-4C07A220B6B5}" presName="parentLin" presStyleCnt="0"/>
      <dgm:spPr/>
    </dgm:pt>
    <dgm:pt modelId="{CFA8B746-28F0-42FB-9CAF-E12EB27F4590}" type="pres">
      <dgm:prSet presAssocID="{EFC2CA17-FC97-41A3-8E68-4C07A220B6B5}" presName="parentLeftMargin" presStyleLbl="node1" presStyleIdx="0" presStyleCnt="5"/>
      <dgm:spPr/>
      <dgm:t>
        <a:bodyPr/>
        <a:lstStyle/>
        <a:p>
          <a:endParaRPr lang="pt-BR"/>
        </a:p>
      </dgm:t>
    </dgm:pt>
    <dgm:pt modelId="{8D0745E5-6BA3-456B-B74C-285A66EE1D1F}" type="pres">
      <dgm:prSet presAssocID="{EFC2CA17-FC97-41A3-8E68-4C07A220B6B5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C9B588-E03B-4046-BB21-FFEA0B1804D9}" type="pres">
      <dgm:prSet presAssocID="{EFC2CA17-FC97-41A3-8E68-4C07A220B6B5}" presName="negativeSpace" presStyleCnt="0"/>
      <dgm:spPr/>
    </dgm:pt>
    <dgm:pt modelId="{882406D5-3279-4439-8726-B639D5C93E2E}" type="pres">
      <dgm:prSet presAssocID="{EFC2CA17-FC97-41A3-8E68-4C07A220B6B5}" presName="childText" presStyleLbl="conFgAcc1" presStyleIdx="1" presStyleCnt="5">
        <dgm:presLayoutVars>
          <dgm:bulletEnabled val="1"/>
        </dgm:presLayoutVars>
      </dgm:prSet>
      <dgm:spPr/>
    </dgm:pt>
    <dgm:pt modelId="{C3737347-EEE6-4D7D-8894-E73E3546D094}" type="pres">
      <dgm:prSet presAssocID="{E6C710BA-E2FB-4FBF-9B32-8EEA80D313C0}" presName="spaceBetweenRectangles" presStyleCnt="0"/>
      <dgm:spPr/>
    </dgm:pt>
    <dgm:pt modelId="{BEA7C29A-CF3D-415E-8F70-540CD9162283}" type="pres">
      <dgm:prSet presAssocID="{E4927E91-21E6-43CA-A1DA-1ABDD4ED1D80}" presName="parentLin" presStyleCnt="0"/>
      <dgm:spPr/>
    </dgm:pt>
    <dgm:pt modelId="{A46E33A4-9A5F-4C9A-A369-EA0E3D2E2EAF}" type="pres">
      <dgm:prSet presAssocID="{E4927E91-21E6-43CA-A1DA-1ABDD4ED1D80}" presName="parentLeftMargin" presStyleLbl="node1" presStyleIdx="1" presStyleCnt="5"/>
      <dgm:spPr/>
      <dgm:t>
        <a:bodyPr/>
        <a:lstStyle/>
        <a:p>
          <a:endParaRPr lang="pt-BR"/>
        </a:p>
      </dgm:t>
    </dgm:pt>
    <dgm:pt modelId="{5FD0F4DC-1D05-4E06-B40C-8AD39A5C22EC}" type="pres">
      <dgm:prSet presAssocID="{E4927E91-21E6-43CA-A1DA-1ABDD4ED1D80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20B9527-B875-4CFB-BF11-2F288B5DA3E6}" type="pres">
      <dgm:prSet presAssocID="{E4927E91-21E6-43CA-A1DA-1ABDD4ED1D80}" presName="negativeSpace" presStyleCnt="0"/>
      <dgm:spPr/>
    </dgm:pt>
    <dgm:pt modelId="{06AE0DCC-F89E-440B-B0C7-0F27092C41B8}" type="pres">
      <dgm:prSet presAssocID="{E4927E91-21E6-43CA-A1DA-1ABDD4ED1D80}" presName="childText" presStyleLbl="conFgAcc1" presStyleIdx="2" presStyleCnt="5">
        <dgm:presLayoutVars>
          <dgm:bulletEnabled val="1"/>
        </dgm:presLayoutVars>
      </dgm:prSet>
      <dgm:spPr/>
    </dgm:pt>
    <dgm:pt modelId="{94FD71D1-D033-41BA-A894-9D2AEF9868DC}" type="pres">
      <dgm:prSet presAssocID="{45B066CB-22E6-4C74-8731-225EEC39A9D5}" presName="spaceBetweenRectangles" presStyleCnt="0"/>
      <dgm:spPr/>
    </dgm:pt>
    <dgm:pt modelId="{D6D50B73-F136-4D97-B943-56EFDBE81FF9}" type="pres">
      <dgm:prSet presAssocID="{5F81AB0A-A54A-4A3E-B6A4-6ADF77948D61}" presName="parentLin" presStyleCnt="0"/>
      <dgm:spPr/>
    </dgm:pt>
    <dgm:pt modelId="{976A6F0E-4DBC-4940-9079-88A048B3C83C}" type="pres">
      <dgm:prSet presAssocID="{5F81AB0A-A54A-4A3E-B6A4-6ADF77948D61}" presName="parentLeftMargin" presStyleLbl="node1" presStyleIdx="2" presStyleCnt="5"/>
      <dgm:spPr/>
      <dgm:t>
        <a:bodyPr/>
        <a:lstStyle/>
        <a:p>
          <a:endParaRPr lang="pt-BR"/>
        </a:p>
      </dgm:t>
    </dgm:pt>
    <dgm:pt modelId="{361AD7DC-4869-4E32-BAFE-EAC99E7C9C62}" type="pres">
      <dgm:prSet presAssocID="{5F81AB0A-A54A-4A3E-B6A4-6ADF77948D61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80D727C-DB98-4CFB-942B-1100EB63B2C5}" type="pres">
      <dgm:prSet presAssocID="{5F81AB0A-A54A-4A3E-B6A4-6ADF77948D61}" presName="negativeSpace" presStyleCnt="0"/>
      <dgm:spPr/>
    </dgm:pt>
    <dgm:pt modelId="{F5475C33-74FF-4AF7-A08A-6D5105031770}" type="pres">
      <dgm:prSet presAssocID="{5F81AB0A-A54A-4A3E-B6A4-6ADF77948D61}" presName="childText" presStyleLbl="conFgAcc1" presStyleIdx="3" presStyleCnt="5">
        <dgm:presLayoutVars>
          <dgm:bulletEnabled val="1"/>
        </dgm:presLayoutVars>
      </dgm:prSet>
      <dgm:spPr/>
    </dgm:pt>
    <dgm:pt modelId="{E3504B7E-C59A-4FB7-BBE0-0BED24576D08}" type="pres">
      <dgm:prSet presAssocID="{6FACE0FA-A5BD-4569-A2DD-4FB401ED3AB9}" presName="spaceBetweenRectangles" presStyleCnt="0"/>
      <dgm:spPr/>
    </dgm:pt>
    <dgm:pt modelId="{FC34AD8D-6619-4F7A-99F0-DA3E672746D4}" type="pres">
      <dgm:prSet presAssocID="{7ACBCCCE-6237-436B-86C0-1FC3C968C9AC}" presName="parentLin" presStyleCnt="0"/>
      <dgm:spPr/>
    </dgm:pt>
    <dgm:pt modelId="{E86D013F-04BA-414F-A099-67B7AA7A2C2F}" type="pres">
      <dgm:prSet presAssocID="{7ACBCCCE-6237-436B-86C0-1FC3C968C9AC}" presName="parentLeftMargin" presStyleLbl="node1" presStyleIdx="3" presStyleCnt="5"/>
      <dgm:spPr/>
      <dgm:t>
        <a:bodyPr/>
        <a:lstStyle/>
        <a:p>
          <a:endParaRPr lang="pt-BR"/>
        </a:p>
      </dgm:t>
    </dgm:pt>
    <dgm:pt modelId="{6D91AE3C-934A-4D0F-9511-3C214F15FC81}" type="pres">
      <dgm:prSet presAssocID="{7ACBCCCE-6237-436B-86C0-1FC3C968C9AC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9FB81E-BADB-4C12-BAD9-0C49C9277603}" type="pres">
      <dgm:prSet presAssocID="{7ACBCCCE-6237-436B-86C0-1FC3C968C9AC}" presName="negativeSpace" presStyleCnt="0"/>
      <dgm:spPr/>
    </dgm:pt>
    <dgm:pt modelId="{6EF1ECB2-5B00-4C97-A925-1F8429FC4F38}" type="pres">
      <dgm:prSet presAssocID="{7ACBCCCE-6237-436B-86C0-1FC3C968C9A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0ABA1804-502A-435F-B125-639223352650}" type="presOf" srcId="{E4927E91-21E6-43CA-A1DA-1ABDD4ED1D80}" destId="{A46E33A4-9A5F-4C9A-A369-EA0E3D2E2EAF}" srcOrd="0" destOrd="0" presId="urn:microsoft.com/office/officeart/2005/8/layout/list1"/>
    <dgm:cxn modelId="{43FBABE8-033D-467F-8D7A-9EF3342E906D}" type="presOf" srcId="{DF496DC8-C139-48FF-A3D9-2059ACB923A6}" destId="{86CB4890-DD07-45DB-9943-6FC450C0C7F9}" srcOrd="1" destOrd="0" presId="urn:microsoft.com/office/officeart/2005/8/layout/list1"/>
    <dgm:cxn modelId="{C792F1B6-E0A7-4D9A-A201-B22B4316FC01}" type="presOf" srcId="{E65CFDA2-8255-485A-A698-96BFC33BB6B2}" destId="{5D4FF99E-40DD-4DA2-AF32-97D07958D56E}" srcOrd="0" destOrd="0" presId="urn:microsoft.com/office/officeart/2005/8/layout/list1"/>
    <dgm:cxn modelId="{C61E6CFF-218F-4F4C-9CDE-95E8614F805A}" type="presOf" srcId="{DF496DC8-C139-48FF-A3D9-2059ACB923A6}" destId="{BE28995B-FFFC-443A-98F2-10B66BB3DE5B}" srcOrd="0" destOrd="0" presId="urn:microsoft.com/office/officeart/2005/8/layout/list1"/>
    <dgm:cxn modelId="{0A7BBFA1-B5D6-424E-A967-982ABD606C6D}" type="presOf" srcId="{7ACBCCCE-6237-436B-86C0-1FC3C968C9AC}" destId="{E86D013F-04BA-414F-A099-67B7AA7A2C2F}" srcOrd="0" destOrd="0" presId="urn:microsoft.com/office/officeart/2005/8/layout/list1"/>
    <dgm:cxn modelId="{8E81F785-8AF5-4004-A1E9-448DD68D803D}" type="presOf" srcId="{7ACBCCCE-6237-436B-86C0-1FC3C968C9AC}" destId="{6D91AE3C-934A-4D0F-9511-3C214F15FC81}" srcOrd="1" destOrd="0" presId="urn:microsoft.com/office/officeart/2005/8/layout/list1"/>
    <dgm:cxn modelId="{224889C9-D6AB-4E4C-9E9C-AF6DE105BCAD}" type="presOf" srcId="{EFC2CA17-FC97-41A3-8E68-4C07A220B6B5}" destId="{CFA8B746-28F0-42FB-9CAF-E12EB27F4590}" srcOrd="0" destOrd="0" presId="urn:microsoft.com/office/officeart/2005/8/layout/list1"/>
    <dgm:cxn modelId="{05F06258-966E-4A15-99FA-BBB8D40F5A42}" type="presOf" srcId="{5F81AB0A-A54A-4A3E-B6A4-6ADF77948D61}" destId="{976A6F0E-4DBC-4940-9079-88A048B3C83C}" srcOrd="0" destOrd="0" presId="urn:microsoft.com/office/officeart/2005/8/layout/list1"/>
    <dgm:cxn modelId="{9756B9DD-BA66-4B66-B094-CE1C4DB2ADE2}" srcId="{E65CFDA2-8255-485A-A698-96BFC33BB6B2}" destId="{E4927E91-21E6-43CA-A1DA-1ABDD4ED1D80}" srcOrd="2" destOrd="0" parTransId="{F16B8170-FF06-45B3-AA78-369C22BA924C}" sibTransId="{45B066CB-22E6-4C74-8731-225EEC39A9D5}"/>
    <dgm:cxn modelId="{FF290AA0-5619-4F32-B7BD-E29B5C92CC98}" srcId="{E65CFDA2-8255-485A-A698-96BFC33BB6B2}" destId="{DF496DC8-C139-48FF-A3D9-2059ACB923A6}" srcOrd="0" destOrd="0" parTransId="{7B65E4C5-7555-4B4E-906D-61565E3DEF42}" sibTransId="{0622C0B3-A3C2-42DF-A901-136FF6D4C3D6}"/>
    <dgm:cxn modelId="{97BBC2AD-31C5-49D2-B80A-D66D38E3CD8B}" srcId="{E65CFDA2-8255-485A-A698-96BFC33BB6B2}" destId="{EFC2CA17-FC97-41A3-8E68-4C07A220B6B5}" srcOrd="1" destOrd="0" parTransId="{80D4CE12-AD7A-41C9-AA82-808D707E44CF}" sibTransId="{E6C710BA-E2FB-4FBF-9B32-8EEA80D313C0}"/>
    <dgm:cxn modelId="{055316ED-F7CC-4328-97CD-06D167532DE5}" type="presOf" srcId="{5F81AB0A-A54A-4A3E-B6A4-6ADF77948D61}" destId="{361AD7DC-4869-4E32-BAFE-EAC99E7C9C62}" srcOrd="1" destOrd="0" presId="urn:microsoft.com/office/officeart/2005/8/layout/list1"/>
    <dgm:cxn modelId="{7DA0EE2E-7164-46B1-80FA-44BE2F01E448}" type="presOf" srcId="{E4927E91-21E6-43CA-A1DA-1ABDD4ED1D80}" destId="{5FD0F4DC-1D05-4E06-B40C-8AD39A5C22EC}" srcOrd="1" destOrd="0" presId="urn:microsoft.com/office/officeart/2005/8/layout/list1"/>
    <dgm:cxn modelId="{4F55E2F2-40B1-4EE6-ACEF-D83D9FE8E1C5}" srcId="{E65CFDA2-8255-485A-A698-96BFC33BB6B2}" destId="{7ACBCCCE-6237-436B-86C0-1FC3C968C9AC}" srcOrd="4" destOrd="0" parTransId="{D7D7E46A-FC30-45EE-A769-CBB091344C07}" sibTransId="{D8070F74-4963-4D2B-AA93-91A1BFD092D8}"/>
    <dgm:cxn modelId="{C0F9A609-071B-4F34-967C-0C3A21EE2DE0}" srcId="{E65CFDA2-8255-485A-A698-96BFC33BB6B2}" destId="{5F81AB0A-A54A-4A3E-B6A4-6ADF77948D61}" srcOrd="3" destOrd="0" parTransId="{E892D0DC-3419-4E08-B6E1-B34DC4052507}" sibTransId="{6FACE0FA-A5BD-4569-A2DD-4FB401ED3AB9}"/>
    <dgm:cxn modelId="{7B6A76E8-2EAD-4E76-930B-0F058D896455}" type="presOf" srcId="{EFC2CA17-FC97-41A3-8E68-4C07A220B6B5}" destId="{8D0745E5-6BA3-456B-B74C-285A66EE1D1F}" srcOrd="1" destOrd="0" presId="urn:microsoft.com/office/officeart/2005/8/layout/list1"/>
    <dgm:cxn modelId="{7D3C3A54-DA10-4128-89C5-E8CDE2B8F748}" type="presParOf" srcId="{5D4FF99E-40DD-4DA2-AF32-97D07958D56E}" destId="{89F2CFCF-719A-4D3E-95CC-F545629C18A1}" srcOrd="0" destOrd="0" presId="urn:microsoft.com/office/officeart/2005/8/layout/list1"/>
    <dgm:cxn modelId="{F8FAC765-BF8F-4069-B240-568E0A02744D}" type="presParOf" srcId="{89F2CFCF-719A-4D3E-95CC-F545629C18A1}" destId="{BE28995B-FFFC-443A-98F2-10B66BB3DE5B}" srcOrd="0" destOrd="0" presId="urn:microsoft.com/office/officeart/2005/8/layout/list1"/>
    <dgm:cxn modelId="{99002124-5B00-46F1-AF2D-4B0867F55CC1}" type="presParOf" srcId="{89F2CFCF-719A-4D3E-95CC-F545629C18A1}" destId="{86CB4890-DD07-45DB-9943-6FC450C0C7F9}" srcOrd="1" destOrd="0" presId="urn:microsoft.com/office/officeart/2005/8/layout/list1"/>
    <dgm:cxn modelId="{4419A2F0-77C4-44DD-94B2-8780BB40C527}" type="presParOf" srcId="{5D4FF99E-40DD-4DA2-AF32-97D07958D56E}" destId="{69EE9DF3-E12C-4945-BA37-87917292C748}" srcOrd="1" destOrd="0" presId="urn:microsoft.com/office/officeart/2005/8/layout/list1"/>
    <dgm:cxn modelId="{AFCD6B84-D12F-439F-A084-17BA1A3FAFC4}" type="presParOf" srcId="{5D4FF99E-40DD-4DA2-AF32-97D07958D56E}" destId="{4F0B795B-04EB-4727-9B67-3A0783CD3679}" srcOrd="2" destOrd="0" presId="urn:microsoft.com/office/officeart/2005/8/layout/list1"/>
    <dgm:cxn modelId="{B46D6BFD-824A-47FA-A58C-C3F64AF5A93E}" type="presParOf" srcId="{5D4FF99E-40DD-4DA2-AF32-97D07958D56E}" destId="{3DC38C0A-33A6-4974-8147-5906384776CE}" srcOrd="3" destOrd="0" presId="urn:microsoft.com/office/officeart/2005/8/layout/list1"/>
    <dgm:cxn modelId="{A458094D-D69A-4FC8-A1E8-1BF9CC5F29F3}" type="presParOf" srcId="{5D4FF99E-40DD-4DA2-AF32-97D07958D56E}" destId="{F994CAF0-4448-43BF-9ABD-7BA3C95BEB5D}" srcOrd="4" destOrd="0" presId="urn:microsoft.com/office/officeart/2005/8/layout/list1"/>
    <dgm:cxn modelId="{A4877F9C-46F9-4AEF-99E4-B57EF4691573}" type="presParOf" srcId="{F994CAF0-4448-43BF-9ABD-7BA3C95BEB5D}" destId="{CFA8B746-28F0-42FB-9CAF-E12EB27F4590}" srcOrd="0" destOrd="0" presId="urn:microsoft.com/office/officeart/2005/8/layout/list1"/>
    <dgm:cxn modelId="{4F239B55-BE4E-4F9F-B2A7-2586DE3BD593}" type="presParOf" srcId="{F994CAF0-4448-43BF-9ABD-7BA3C95BEB5D}" destId="{8D0745E5-6BA3-456B-B74C-285A66EE1D1F}" srcOrd="1" destOrd="0" presId="urn:microsoft.com/office/officeart/2005/8/layout/list1"/>
    <dgm:cxn modelId="{AEFEBE1F-4F49-498A-84B7-49A8C4749DBE}" type="presParOf" srcId="{5D4FF99E-40DD-4DA2-AF32-97D07958D56E}" destId="{E7C9B588-E03B-4046-BB21-FFEA0B1804D9}" srcOrd="5" destOrd="0" presId="urn:microsoft.com/office/officeart/2005/8/layout/list1"/>
    <dgm:cxn modelId="{EB447E0A-A53F-46BC-81CA-DF55296FDE25}" type="presParOf" srcId="{5D4FF99E-40DD-4DA2-AF32-97D07958D56E}" destId="{882406D5-3279-4439-8726-B639D5C93E2E}" srcOrd="6" destOrd="0" presId="urn:microsoft.com/office/officeart/2005/8/layout/list1"/>
    <dgm:cxn modelId="{A7D6615A-903E-416B-9AF3-1B5F415CD75D}" type="presParOf" srcId="{5D4FF99E-40DD-4DA2-AF32-97D07958D56E}" destId="{C3737347-EEE6-4D7D-8894-E73E3546D094}" srcOrd="7" destOrd="0" presId="urn:microsoft.com/office/officeart/2005/8/layout/list1"/>
    <dgm:cxn modelId="{49F394CF-1AEC-416E-9A56-5C1E85155D95}" type="presParOf" srcId="{5D4FF99E-40DD-4DA2-AF32-97D07958D56E}" destId="{BEA7C29A-CF3D-415E-8F70-540CD9162283}" srcOrd="8" destOrd="0" presId="urn:microsoft.com/office/officeart/2005/8/layout/list1"/>
    <dgm:cxn modelId="{D81CED56-8F65-4324-9145-5127AA540DA0}" type="presParOf" srcId="{BEA7C29A-CF3D-415E-8F70-540CD9162283}" destId="{A46E33A4-9A5F-4C9A-A369-EA0E3D2E2EAF}" srcOrd="0" destOrd="0" presId="urn:microsoft.com/office/officeart/2005/8/layout/list1"/>
    <dgm:cxn modelId="{6BDDBF94-E426-4372-B34A-DED2742AE6B0}" type="presParOf" srcId="{BEA7C29A-CF3D-415E-8F70-540CD9162283}" destId="{5FD0F4DC-1D05-4E06-B40C-8AD39A5C22EC}" srcOrd="1" destOrd="0" presId="urn:microsoft.com/office/officeart/2005/8/layout/list1"/>
    <dgm:cxn modelId="{5976186D-12B6-4102-B39A-4F353B6C7244}" type="presParOf" srcId="{5D4FF99E-40DD-4DA2-AF32-97D07958D56E}" destId="{820B9527-B875-4CFB-BF11-2F288B5DA3E6}" srcOrd="9" destOrd="0" presId="urn:microsoft.com/office/officeart/2005/8/layout/list1"/>
    <dgm:cxn modelId="{BB0A8D31-5B1D-4319-BA63-D8ECFAEFEE5A}" type="presParOf" srcId="{5D4FF99E-40DD-4DA2-AF32-97D07958D56E}" destId="{06AE0DCC-F89E-440B-B0C7-0F27092C41B8}" srcOrd="10" destOrd="0" presId="urn:microsoft.com/office/officeart/2005/8/layout/list1"/>
    <dgm:cxn modelId="{4EABD9B6-DC36-472B-98DD-8CFFF8E6B3F4}" type="presParOf" srcId="{5D4FF99E-40DD-4DA2-AF32-97D07958D56E}" destId="{94FD71D1-D033-41BA-A894-9D2AEF9868DC}" srcOrd="11" destOrd="0" presId="urn:microsoft.com/office/officeart/2005/8/layout/list1"/>
    <dgm:cxn modelId="{85339D0F-A7F0-4D11-8CAD-B427FF4D2987}" type="presParOf" srcId="{5D4FF99E-40DD-4DA2-AF32-97D07958D56E}" destId="{D6D50B73-F136-4D97-B943-56EFDBE81FF9}" srcOrd="12" destOrd="0" presId="urn:microsoft.com/office/officeart/2005/8/layout/list1"/>
    <dgm:cxn modelId="{0F8850B5-7411-45C4-9C40-5A43949F871F}" type="presParOf" srcId="{D6D50B73-F136-4D97-B943-56EFDBE81FF9}" destId="{976A6F0E-4DBC-4940-9079-88A048B3C83C}" srcOrd="0" destOrd="0" presId="urn:microsoft.com/office/officeart/2005/8/layout/list1"/>
    <dgm:cxn modelId="{8CBF8CD2-1374-4150-B016-1FEF720E8819}" type="presParOf" srcId="{D6D50B73-F136-4D97-B943-56EFDBE81FF9}" destId="{361AD7DC-4869-4E32-BAFE-EAC99E7C9C62}" srcOrd="1" destOrd="0" presId="urn:microsoft.com/office/officeart/2005/8/layout/list1"/>
    <dgm:cxn modelId="{3DC28ABF-C5A3-4CAE-96D6-28C16CD34620}" type="presParOf" srcId="{5D4FF99E-40DD-4DA2-AF32-97D07958D56E}" destId="{980D727C-DB98-4CFB-942B-1100EB63B2C5}" srcOrd="13" destOrd="0" presId="urn:microsoft.com/office/officeart/2005/8/layout/list1"/>
    <dgm:cxn modelId="{DBB54E70-62EE-43CF-AF38-0028CCAC2E2F}" type="presParOf" srcId="{5D4FF99E-40DD-4DA2-AF32-97D07958D56E}" destId="{F5475C33-74FF-4AF7-A08A-6D5105031770}" srcOrd="14" destOrd="0" presId="urn:microsoft.com/office/officeart/2005/8/layout/list1"/>
    <dgm:cxn modelId="{CA14E68E-CAD5-4B20-A60E-3FAA72C85107}" type="presParOf" srcId="{5D4FF99E-40DD-4DA2-AF32-97D07958D56E}" destId="{E3504B7E-C59A-4FB7-BBE0-0BED24576D08}" srcOrd="15" destOrd="0" presId="urn:microsoft.com/office/officeart/2005/8/layout/list1"/>
    <dgm:cxn modelId="{22AA380B-5AA8-48F7-A7A3-3F86AB79C16D}" type="presParOf" srcId="{5D4FF99E-40DD-4DA2-AF32-97D07958D56E}" destId="{FC34AD8D-6619-4F7A-99F0-DA3E672746D4}" srcOrd="16" destOrd="0" presId="urn:microsoft.com/office/officeart/2005/8/layout/list1"/>
    <dgm:cxn modelId="{1264D80C-520D-49C8-AB4C-247194404045}" type="presParOf" srcId="{FC34AD8D-6619-4F7A-99F0-DA3E672746D4}" destId="{E86D013F-04BA-414F-A099-67B7AA7A2C2F}" srcOrd="0" destOrd="0" presId="urn:microsoft.com/office/officeart/2005/8/layout/list1"/>
    <dgm:cxn modelId="{F07B7A70-6960-46B1-9B03-C2BE7D7B31F8}" type="presParOf" srcId="{FC34AD8D-6619-4F7A-99F0-DA3E672746D4}" destId="{6D91AE3C-934A-4D0F-9511-3C214F15FC81}" srcOrd="1" destOrd="0" presId="urn:microsoft.com/office/officeart/2005/8/layout/list1"/>
    <dgm:cxn modelId="{FA68693F-E83D-46C7-A3B2-0F0A10852F7E}" type="presParOf" srcId="{5D4FF99E-40DD-4DA2-AF32-97D07958D56E}" destId="{1B9FB81E-BADB-4C12-BAD9-0C49C9277603}" srcOrd="17" destOrd="0" presId="urn:microsoft.com/office/officeart/2005/8/layout/list1"/>
    <dgm:cxn modelId="{B9024554-1C18-4B43-B35B-38213F321585}" type="presParOf" srcId="{5D4FF99E-40DD-4DA2-AF32-97D07958D56E}" destId="{6EF1ECB2-5B00-4C97-A925-1F8429FC4F38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5CFDA2-8255-485A-A698-96BFC33BB6B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DF496DC8-C139-48FF-A3D9-2059ACB923A6}">
      <dgm:prSet phldrT="[Texto]"/>
      <dgm:spPr>
        <a:solidFill>
          <a:srgbClr val="FF0000"/>
        </a:solidFill>
      </dgm:spPr>
      <dgm:t>
        <a:bodyPr/>
        <a:lstStyle/>
        <a:p>
          <a:r>
            <a:rPr lang="pt-BR" dirty="0" smtClean="0"/>
            <a:t>⚙ Mão Robótica </a:t>
          </a:r>
          <a:endParaRPr lang="pt-BR" dirty="0"/>
        </a:p>
      </dgm:t>
    </dgm:pt>
    <dgm:pt modelId="{7B65E4C5-7555-4B4E-906D-61565E3DEF42}" type="parTrans" cxnId="{FF290AA0-5619-4F32-B7BD-E29B5C92CC98}">
      <dgm:prSet/>
      <dgm:spPr/>
      <dgm:t>
        <a:bodyPr/>
        <a:lstStyle/>
        <a:p>
          <a:endParaRPr lang="pt-BR"/>
        </a:p>
      </dgm:t>
    </dgm:pt>
    <dgm:pt modelId="{0622C0B3-A3C2-42DF-A901-136FF6D4C3D6}" type="sibTrans" cxnId="{FF290AA0-5619-4F32-B7BD-E29B5C92CC98}">
      <dgm:prSet/>
      <dgm:spPr/>
      <dgm:t>
        <a:bodyPr/>
        <a:lstStyle/>
        <a:p>
          <a:endParaRPr lang="pt-BR"/>
        </a:p>
      </dgm:t>
    </dgm:pt>
    <dgm:pt modelId="{EFC2CA17-FC97-41A3-8E68-4C07A220B6B5}">
      <dgm:prSet phldrT="[Texto]"/>
      <dgm:spPr>
        <a:solidFill>
          <a:srgbClr val="7030A0"/>
        </a:solidFill>
      </dgm:spPr>
      <dgm:t>
        <a:bodyPr/>
        <a:lstStyle/>
        <a:p>
          <a:r>
            <a:rPr lang="pt-BR" dirty="0" smtClean="0"/>
            <a:t>💡 </a:t>
          </a:r>
          <a:r>
            <a:rPr lang="pt-BR" dirty="0" err="1" smtClean="0"/>
            <a:t>Animatrônico</a:t>
          </a:r>
          <a:r>
            <a:rPr lang="pt-BR" dirty="0" smtClean="0"/>
            <a:t> </a:t>
          </a:r>
        </a:p>
      </dgm:t>
    </dgm:pt>
    <dgm:pt modelId="{80D4CE12-AD7A-41C9-AA82-808D707E44CF}" type="parTrans" cxnId="{97BBC2AD-31C5-49D2-B80A-D66D38E3CD8B}">
      <dgm:prSet/>
      <dgm:spPr/>
      <dgm:t>
        <a:bodyPr/>
        <a:lstStyle/>
        <a:p>
          <a:endParaRPr lang="pt-BR"/>
        </a:p>
      </dgm:t>
    </dgm:pt>
    <dgm:pt modelId="{E6C710BA-E2FB-4FBF-9B32-8EEA80D313C0}" type="sibTrans" cxnId="{97BBC2AD-31C5-49D2-B80A-D66D38E3CD8B}">
      <dgm:prSet/>
      <dgm:spPr/>
      <dgm:t>
        <a:bodyPr/>
        <a:lstStyle/>
        <a:p>
          <a:endParaRPr lang="pt-BR"/>
        </a:p>
      </dgm:t>
    </dgm:pt>
    <dgm:pt modelId="{E4927E91-21E6-43CA-A1DA-1ABDD4ED1D80}">
      <dgm:prSet phldrT="[Texto]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pt-BR" dirty="0" smtClean="0"/>
            <a:t>🌱</a:t>
          </a:r>
          <a:r>
            <a:rPr lang="pt-BR" dirty="0" err="1" smtClean="0"/>
            <a:t>Analizador</a:t>
          </a:r>
          <a:r>
            <a:rPr lang="pt-BR" dirty="0" smtClean="0"/>
            <a:t> </a:t>
          </a:r>
          <a:r>
            <a:rPr lang="pt-BR" dirty="0" smtClean="0"/>
            <a:t>de </a:t>
          </a:r>
          <a:r>
            <a:rPr lang="pt-BR" dirty="0" smtClean="0"/>
            <a:t>solo </a:t>
          </a:r>
          <a:endParaRPr lang="pt-BR" dirty="0"/>
        </a:p>
      </dgm:t>
    </dgm:pt>
    <dgm:pt modelId="{F16B8170-FF06-45B3-AA78-369C22BA924C}" type="parTrans" cxnId="{9756B9DD-BA66-4B66-B094-CE1C4DB2ADE2}">
      <dgm:prSet/>
      <dgm:spPr/>
      <dgm:t>
        <a:bodyPr/>
        <a:lstStyle/>
        <a:p>
          <a:endParaRPr lang="pt-BR"/>
        </a:p>
      </dgm:t>
    </dgm:pt>
    <dgm:pt modelId="{45B066CB-22E6-4C74-8731-225EEC39A9D5}" type="sibTrans" cxnId="{9756B9DD-BA66-4B66-B094-CE1C4DB2ADE2}">
      <dgm:prSet/>
      <dgm:spPr/>
      <dgm:t>
        <a:bodyPr/>
        <a:lstStyle/>
        <a:p>
          <a:endParaRPr lang="pt-BR"/>
        </a:p>
      </dgm:t>
    </dgm:pt>
    <dgm:pt modelId="{5D4FF99E-40DD-4DA2-AF32-97D07958D56E}" type="pres">
      <dgm:prSet presAssocID="{E65CFDA2-8255-485A-A698-96BFC33BB6B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89F2CFCF-719A-4D3E-95CC-F545629C18A1}" type="pres">
      <dgm:prSet presAssocID="{DF496DC8-C139-48FF-A3D9-2059ACB923A6}" presName="parentLin" presStyleCnt="0"/>
      <dgm:spPr/>
    </dgm:pt>
    <dgm:pt modelId="{BE28995B-FFFC-443A-98F2-10B66BB3DE5B}" type="pres">
      <dgm:prSet presAssocID="{DF496DC8-C139-48FF-A3D9-2059ACB923A6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86CB4890-DD07-45DB-9943-6FC450C0C7F9}" type="pres">
      <dgm:prSet presAssocID="{DF496DC8-C139-48FF-A3D9-2059ACB923A6}" presName="parentText" presStyleLbl="node1" presStyleIdx="0" presStyleCnt="3" custLinFactNeighborX="-4287" custLinFactNeighborY="-411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9EE9DF3-E12C-4945-BA37-87917292C748}" type="pres">
      <dgm:prSet presAssocID="{DF496DC8-C139-48FF-A3D9-2059ACB923A6}" presName="negativeSpace" presStyleCnt="0"/>
      <dgm:spPr/>
    </dgm:pt>
    <dgm:pt modelId="{4F0B795B-04EB-4727-9B67-3A0783CD3679}" type="pres">
      <dgm:prSet presAssocID="{DF496DC8-C139-48FF-A3D9-2059ACB923A6}" presName="childText" presStyleLbl="conFgAcc1" presStyleIdx="0" presStyleCnt="3">
        <dgm:presLayoutVars>
          <dgm:bulletEnabled val="1"/>
        </dgm:presLayoutVars>
      </dgm:prSet>
      <dgm:spPr/>
    </dgm:pt>
    <dgm:pt modelId="{3DC38C0A-33A6-4974-8147-5906384776CE}" type="pres">
      <dgm:prSet presAssocID="{0622C0B3-A3C2-42DF-A901-136FF6D4C3D6}" presName="spaceBetweenRectangles" presStyleCnt="0"/>
      <dgm:spPr/>
    </dgm:pt>
    <dgm:pt modelId="{F994CAF0-4448-43BF-9ABD-7BA3C95BEB5D}" type="pres">
      <dgm:prSet presAssocID="{EFC2CA17-FC97-41A3-8E68-4C07A220B6B5}" presName="parentLin" presStyleCnt="0"/>
      <dgm:spPr/>
    </dgm:pt>
    <dgm:pt modelId="{CFA8B746-28F0-42FB-9CAF-E12EB27F4590}" type="pres">
      <dgm:prSet presAssocID="{EFC2CA17-FC97-41A3-8E68-4C07A220B6B5}" presName="parentLeftMargin" presStyleLbl="node1" presStyleIdx="0" presStyleCnt="3"/>
      <dgm:spPr/>
      <dgm:t>
        <a:bodyPr/>
        <a:lstStyle/>
        <a:p>
          <a:endParaRPr lang="pt-BR"/>
        </a:p>
      </dgm:t>
    </dgm:pt>
    <dgm:pt modelId="{8D0745E5-6BA3-456B-B74C-285A66EE1D1F}" type="pres">
      <dgm:prSet presAssocID="{EFC2CA17-FC97-41A3-8E68-4C07A220B6B5}" presName="parentText" presStyleLbl="node1" presStyleIdx="1" presStyleCnt="3" custLinFactNeighborX="-19293" custLinFactNeighborY="-1028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C9B588-E03B-4046-BB21-FFEA0B1804D9}" type="pres">
      <dgm:prSet presAssocID="{EFC2CA17-FC97-41A3-8E68-4C07A220B6B5}" presName="negativeSpace" presStyleCnt="0"/>
      <dgm:spPr/>
    </dgm:pt>
    <dgm:pt modelId="{882406D5-3279-4439-8726-B639D5C93E2E}" type="pres">
      <dgm:prSet presAssocID="{EFC2CA17-FC97-41A3-8E68-4C07A220B6B5}" presName="childText" presStyleLbl="conFgAcc1" presStyleIdx="1" presStyleCnt="3">
        <dgm:presLayoutVars>
          <dgm:bulletEnabled val="1"/>
        </dgm:presLayoutVars>
      </dgm:prSet>
      <dgm:spPr/>
    </dgm:pt>
    <dgm:pt modelId="{C3737347-EEE6-4D7D-8894-E73E3546D094}" type="pres">
      <dgm:prSet presAssocID="{E6C710BA-E2FB-4FBF-9B32-8EEA80D313C0}" presName="spaceBetweenRectangles" presStyleCnt="0"/>
      <dgm:spPr/>
    </dgm:pt>
    <dgm:pt modelId="{BEA7C29A-CF3D-415E-8F70-540CD9162283}" type="pres">
      <dgm:prSet presAssocID="{E4927E91-21E6-43CA-A1DA-1ABDD4ED1D80}" presName="parentLin" presStyleCnt="0"/>
      <dgm:spPr/>
    </dgm:pt>
    <dgm:pt modelId="{A46E33A4-9A5F-4C9A-A369-EA0E3D2E2EAF}" type="pres">
      <dgm:prSet presAssocID="{E4927E91-21E6-43CA-A1DA-1ABDD4ED1D80}" presName="parentLeftMargin" presStyleLbl="node1" presStyleIdx="1" presStyleCnt="3"/>
      <dgm:spPr/>
      <dgm:t>
        <a:bodyPr/>
        <a:lstStyle/>
        <a:p>
          <a:endParaRPr lang="pt-BR"/>
        </a:p>
      </dgm:t>
    </dgm:pt>
    <dgm:pt modelId="{5FD0F4DC-1D05-4E06-B40C-8AD39A5C22EC}" type="pres">
      <dgm:prSet presAssocID="{E4927E91-21E6-43CA-A1DA-1ABDD4ED1D80}" presName="parentText" presStyleLbl="node1" presStyleIdx="2" presStyleCnt="3" custLinFactNeighborX="-15005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20B9527-B875-4CFB-BF11-2F288B5DA3E6}" type="pres">
      <dgm:prSet presAssocID="{E4927E91-21E6-43CA-A1DA-1ABDD4ED1D80}" presName="negativeSpace" presStyleCnt="0"/>
      <dgm:spPr/>
    </dgm:pt>
    <dgm:pt modelId="{06AE0DCC-F89E-440B-B0C7-0F27092C41B8}" type="pres">
      <dgm:prSet presAssocID="{E4927E91-21E6-43CA-A1DA-1ABDD4ED1D8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7BBC2AD-31C5-49D2-B80A-D66D38E3CD8B}" srcId="{E65CFDA2-8255-485A-A698-96BFC33BB6B2}" destId="{EFC2CA17-FC97-41A3-8E68-4C07A220B6B5}" srcOrd="1" destOrd="0" parTransId="{80D4CE12-AD7A-41C9-AA82-808D707E44CF}" sibTransId="{E6C710BA-E2FB-4FBF-9B32-8EEA80D313C0}"/>
    <dgm:cxn modelId="{43FBABE8-033D-467F-8D7A-9EF3342E906D}" type="presOf" srcId="{DF496DC8-C139-48FF-A3D9-2059ACB923A6}" destId="{86CB4890-DD07-45DB-9943-6FC450C0C7F9}" srcOrd="1" destOrd="0" presId="urn:microsoft.com/office/officeart/2005/8/layout/list1"/>
    <dgm:cxn modelId="{0ABA1804-502A-435F-B125-639223352650}" type="presOf" srcId="{E4927E91-21E6-43CA-A1DA-1ABDD4ED1D80}" destId="{A46E33A4-9A5F-4C9A-A369-EA0E3D2E2EAF}" srcOrd="0" destOrd="0" presId="urn:microsoft.com/office/officeart/2005/8/layout/list1"/>
    <dgm:cxn modelId="{9756B9DD-BA66-4B66-B094-CE1C4DB2ADE2}" srcId="{E65CFDA2-8255-485A-A698-96BFC33BB6B2}" destId="{E4927E91-21E6-43CA-A1DA-1ABDD4ED1D80}" srcOrd="2" destOrd="0" parTransId="{F16B8170-FF06-45B3-AA78-369C22BA924C}" sibTransId="{45B066CB-22E6-4C74-8731-225EEC39A9D5}"/>
    <dgm:cxn modelId="{C792F1B6-E0A7-4D9A-A201-B22B4316FC01}" type="presOf" srcId="{E65CFDA2-8255-485A-A698-96BFC33BB6B2}" destId="{5D4FF99E-40DD-4DA2-AF32-97D07958D56E}" srcOrd="0" destOrd="0" presId="urn:microsoft.com/office/officeart/2005/8/layout/list1"/>
    <dgm:cxn modelId="{FF290AA0-5619-4F32-B7BD-E29B5C92CC98}" srcId="{E65CFDA2-8255-485A-A698-96BFC33BB6B2}" destId="{DF496DC8-C139-48FF-A3D9-2059ACB923A6}" srcOrd="0" destOrd="0" parTransId="{7B65E4C5-7555-4B4E-906D-61565E3DEF42}" sibTransId="{0622C0B3-A3C2-42DF-A901-136FF6D4C3D6}"/>
    <dgm:cxn modelId="{7DA0EE2E-7164-46B1-80FA-44BE2F01E448}" type="presOf" srcId="{E4927E91-21E6-43CA-A1DA-1ABDD4ED1D80}" destId="{5FD0F4DC-1D05-4E06-B40C-8AD39A5C22EC}" srcOrd="1" destOrd="0" presId="urn:microsoft.com/office/officeart/2005/8/layout/list1"/>
    <dgm:cxn modelId="{224889C9-D6AB-4E4C-9E9C-AF6DE105BCAD}" type="presOf" srcId="{EFC2CA17-FC97-41A3-8E68-4C07A220B6B5}" destId="{CFA8B746-28F0-42FB-9CAF-E12EB27F4590}" srcOrd="0" destOrd="0" presId="urn:microsoft.com/office/officeart/2005/8/layout/list1"/>
    <dgm:cxn modelId="{C61E6CFF-218F-4F4C-9CDE-95E8614F805A}" type="presOf" srcId="{DF496DC8-C139-48FF-A3D9-2059ACB923A6}" destId="{BE28995B-FFFC-443A-98F2-10B66BB3DE5B}" srcOrd="0" destOrd="0" presId="urn:microsoft.com/office/officeart/2005/8/layout/list1"/>
    <dgm:cxn modelId="{7B6A76E8-2EAD-4E76-930B-0F058D896455}" type="presOf" srcId="{EFC2CA17-FC97-41A3-8E68-4C07A220B6B5}" destId="{8D0745E5-6BA3-456B-B74C-285A66EE1D1F}" srcOrd="1" destOrd="0" presId="urn:microsoft.com/office/officeart/2005/8/layout/list1"/>
    <dgm:cxn modelId="{7D3C3A54-DA10-4128-89C5-E8CDE2B8F748}" type="presParOf" srcId="{5D4FF99E-40DD-4DA2-AF32-97D07958D56E}" destId="{89F2CFCF-719A-4D3E-95CC-F545629C18A1}" srcOrd="0" destOrd="0" presId="urn:microsoft.com/office/officeart/2005/8/layout/list1"/>
    <dgm:cxn modelId="{F8FAC765-BF8F-4069-B240-568E0A02744D}" type="presParOf" srcId="{89F2CFCF-719A-4D3E-95CC-F545629C18A1}" destId="{BE28995B-FFFC-443A-98F2-10B66BB3DE5B}" srcOrd="0" destOrd="0" presId="urn:microsoft.com/office/officeart/2005/8/layout/list1"/>
    <dgm:cxn modelId="{99002124-5B00-46F1-AF2D-4B0867F55CC1}" type="presParOf" srcId="{89F2CFCF-719A-4D3E-95CC-F545629C18A1}" destId="{86CB4890-DD07-45DB-9943-6FC450C0C7F9}" srcOrd="1" destOrd="0" presId="urn:microsoft.com/office/officeart/2005/8/layout/list1"/>
    <dgm:cxn modelId="{4419A2F0-77C4-44DD-94B2-8780BB40C527}" type="presParOf" srcId="{5D4FF99E-40DD-4DA2-AF32-97D07958D56E}" destId="{69EE9DF3-E12C-4945-BA37-87917292C748}" srcOrd="1" destOrd="0" presId="urn:microsoft.com/office/officeart/2005/8/layout/list1"/>
    <dgm:cxn modelId="{AFCD6B84-D12F-439F-A084-17BA1A3FAFC4}" type="presParOf" srcId="{5D4FF99E-40DD-4DA2-AF32-97D07958D56E}" destId="{4F0B795B-04EB-4727-9B67-3A0783CD3679}" srcOrd="2" destOrd="0" presId="urn:microsoft.com/office/officeart/2005/8/layout/list1"/>
    <dgm:cxn modelId="{B46D6BFD-824A-47FA-A58C-C3F64AF5A93E}" type="presParOf" srcId="{5D4FF99E-40DD-4DA2-AF32-97D07958D56E}" destId="{3DC38C0A-33A6-4974-8147-5906384776CE}" srcOrd="3" destOrd="0" presId="urn:microsoft.com/office/officeart/2005/8/layout/list1"/>
    <dgm:cxn modelId="{A458094D-D69A-4FC8-A1E8-1BF9CC5F29F3}" type="presParOf" srcId="{5D4FF99E-40DD-4DA2-AF32-97D07958D56E}" destId="{F994CAF0-4448-43BF-9ABD-7BA3C95BEB5D}" srcOrd="4" destOrd="0" presId="urn:microsoft.com/office/officeart/2005/8/layout/list1"/>
    <dgm:cxn modelId="{A4877F9C-46F9-4AEF-99E4-B57EF4691573}" type="presParOf" srcId="{F994CAF0-4448-43BF-9ABD-7BA3C95BEB5D}" destId="{CFA8B746-28F0-42FB-9CAF-E12EB27F4590}" srcOrd="0" destOrd="0" presId="urn:microsoft.com/office/officeart/2005/8/layout/list1"/>
    <dgm:cxn modelId="{4F239B55-BE4E-4F9F-B2A7-2586DE3BD593}" type="presParOf" srcId="{F994CAF0-4448-43BF-9ABD-7BA3C95BEB5D}" destId="{8D0745E5-6BA3-456B-B74C-285A66EE1D1F}" srcOrd="1" destOrd="0" presId="urn:microsoft.com/office/officeart/2005/8/layout/list1"/>
    <dgm:cxn modelId="{AEFEBE1F-4F49-498A-84B7-49A8C4749DBE}" type="presParOf" srcId="{5D4FF99E-40DD-4DA2-AF32-97D07958D56E}" destId="{E7C9B588-E03B-4046-BB21-FFEA0B1804D9}" srcOrd="5" destOrd="0" presId="urn:microsoft.com/office/officeart/2005/8/layout/list1"/>
    <dgm:cxn modelId="{EB447E0A-A53F-46BC-81CA-DF55296FDE25}" type="presParOf" srcId="{5D4FF99E-40DD-4DA2-AF32-97D07958D56E}" destId="{882406D5-3279-4439-8726-B639D5C93E2E}" srcOrd="6" destOrd="0" presId="urn:microsoft.com/office/officeart/2005/8/layout/list1"/>
    <dgm:cxn modelId="{A7D6615A-903E-416B-9AF3-1B5F415CD75D}" type="presParOf" srcId="{5D4FF99E-40DD-4DA2-AF32-97D07958D56E}" destId="{C3737347-EEE6-4D7D-8894-E73E3546D094}" srcOrd="7" destOrd="0" presId="urn:microsoft.com/office/officeart/2005/8/layout/list1"/>
    <dgm:cxn modelId="{49F394CF-1AEC-416E-9A56-5C1E85155D95}" type="presParOf" srcId="{5D4FF99E-40DD-4DA2-AF32-97D07958D56E}" destId="{BEA7C29A-CF3D-415E-8F70-540CD9162283}" srcOrd="8" destOrd="0" presId="urn:microsoft.com/office/officeart/2005/8/layout/list1"/>
    <dgm:cxn modelId="{D81CED56-8F65-4324-9145-5127AA540DA0}" type="presParOf" srcId="{BEA7C29A-CF3D-415E-8F70-540CD9162283}" destId="{A46E33A4-9A5F-4C9A-A369-EA0E3D2E2EAF}" srcOrd="0" destOrd="0" presId="urn:microsoft.com/office/officeart/2005/8/layout/list1"/>
    <dgm:cxn modelId="{6BDDBF94-E426-4372-B34A-DED2742AE6B0}" type="presParOf" srcId="{BEA7C29A-CF3D-415E-8F70-540CD9162283}" destId="{5FD0F4DC-1D05-4E06-B40C-8AD39A5C22EC}" srcOrd="1" destOrd="0" presId="urn:microsoft.com/office/officeart/2005/8/layout/list1"/>
    <dgm:cxn modelId="{5976186D-12B6-4102-B39A-4F353B6C7244}" type="presParOf" srcId="{5D4FF99E-40DD-4DA2-AF32-97D07958D56E}" destId="{820B9527-B875-4CFB-BF11-2F288B5DA3E6}" srcOrd="9" destOrd="0" presId="urn:microsoft.com/office/officeart/2005/8/layout/list1"/>
    <dgm:cxn modelId="{BB0A8D31-5B1D-4319-BA63-D8ECFAEFEE5A}" type="presParOf" srcId="{5D4FF99E-40DD-4DA2-AF32-97D07958D56E}" destId="{06AE0DCC-F89E-440B-B0C7-0F27092C41B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B795B-04EB-4727-9B67-3A0783CD3679}">
      <dsp:nvSpPr>
        <dsp:cNvPr id="0" name=""/>
        <dsp:cNvSpPr/>
      </dsp:nvSpPr>
      <dsp:spPr>
        <a:xfrm>
          <a:off x="0" y="267621"/>
          <a:ext cx="698713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B4890-DD07-45DB-9943-6FC450C0C7F9}">
      <dsp:nvSpPr>
        <dsp:cNvPr id="0" name=""/>
        <dsp:cNvSpPr/>
      </dsp:nvSpPr>
      <dsp:spPr>
        <a:xfrm>
          <a:off x="349356" y="16701"/>
          <a:ext cx="4890993" cy="501840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868" tIns="0" rIns="184868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 📝 Planejamento  </a:t>
          </a:r>
          <a:endParaRPr lang="pt-BR" sz="1700" kern="1200" dirty="0"/>
        </a:p>
      </dsp:txBody>
      <dsp:txXfrm>
        <a:off x="373854" y="41199"/>
        <a:ext cx="4841997" cy="452844"/>
      </dsp:txXfrm>
    </dsp:sp>
    <dsp:sp modelId="{882406D5-3279-4439-8726-B639D5C93E2E}">
      <dsp:nvSpPr>
        <dsp:cNvPr id="0" name=""/>
        <dsp:cNvSpPr/>
      </dsp:nvSpPr>
      <dsp:spPr>
        <a:xfrm>
          <a:off x="0" y="1038741"/>
          <a:ext cx="698713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745E5-6BA3-456B-B74C-285A66EE1D1F}">
      <dsp:nvSpPr>
        <dsp:cNvPr id="0" name=""/>
        <dsp:cNvSpPr/>
      </dsp:nvSpPr>
      <dsp:spPr>
        <a:xfrm>
          <a:off x="349356" y="787821"/>
          <a:ext cx="4890993" cy="50184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868" tIns="0" rIns="184868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⚙ Prototipagem</a:t>
          </a:r>
          <a:endParaRPr lang="pt-BR" sz="1700" kern="1200" dirty="0"/>
        </a:p>
      </dsp:txBody>
      <dsp:txXfrm>
        <a:off x="373854" y="812319"/>
        <a:ext cx="4841997" cy="452844"/>
      </dsp:txXfrm>
    </dsp:sp>
    <dsp:sp modelId="{06AE0DCC-F89E-440B-B0C7-0F27092C41B8}">
      <dsp:nvSpPr>
        <dsp:cNvPr id="0" name=""/>
        <dsp:cNvSpPr/>
      </dsp:nvSpPr>
      <dsp:spPr>
        <a:xfrm>
          <a:off x="0" y="1809861"/>
          <a:ext cx="698713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0F4DC-1D05-4E06-B40C-8AD39A5C22EC}">
      <dsp:nvSpPr>
        <dsp:cNvPr id="0" name=""/>
        <dsp:cNvSpPr/>
      </dsp:nvSpPr>
      <dsp:spPr>
        <a:xfrm>
          <a:off x="349356" y="1558941"/>
          <a:ext cx="4890993" cy="50184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868" tIns="0" rIns="184868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 💻 Programação </a:t>
          </a:r>
          <a:endParaRPr lang="pt-BR" sz="1700" kern="1200" dirty="0"/>
        </a:p>
      </dsp:txBody>
      <dsp:txXfrm>
        <a:off x="373854" y="1583439"/>
        <a:ext cx="4841997" cy="452844"/>
      </dsp:txXfrm>
    </dsp:sp>
    <dsp:sp modelId="{F5475C33-74FF-4AF7-A08A-6D5105031770}">
      <dsp:nvSpPr>
        <dsp:cNvPr id="0" name=""/>
        <dsp:cNvSpPr/>
      </dsp:nvSpPr>
      <dsp:spPr>
        <a:xfrm>
          <a:off x="0" y="2580981"/>
          <a:ext cx="698713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1AD7DC-4869-4E32-BAFE-EAC99E7C9C62}">
      <dsp:nvSpPr>
        <dsp:cNvPr id="0" name=""/>
        <dsp:cNvSpPr/>
      </dsp:nvSpPr>
      <dsp:spPr>
        <a:xfrm>
          <a:off x="349356" y="2330061"/>
          <a:ext cx="4890993" cy="50184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868" tIns="0" rIns="184868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🔬 Testes </a:t>
          </a:r>
          <a:endParaRPr lang="pt-BR" sz="1700" kern="1200" dirty="0"/>
        </a:p>
      </dsp:txBody>
      <dsp:txXfrm>
        <a:off x="373854" y="2354559"/>
        <a:ext cx="4841997" cy="452844"/>
      </dsp:txXfrm>
    </dsp:sp>
    <dsp:sp modelId="{6EF1ECB2-5B00-4C97-A925-1F8429FC4F38}">
      <dsp:nvSpPr>
        <dsp:cNvPr id="0" name=""/>
        <dsp:cNvSpPr/>
      </dsp:nvSpPr>
      <dsp:spPr>
        <a:xfrm>
          <a:off x="0" y="3352101"/>
          <a:ext cx="6987134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91AE3C-934A-4D0F-9511-3C214F15FC81}">
      <dsp:nvSpPr>
        <dsp:cNvPr id="0" name=""/>
        <dsp:cNvSpPr/>
      </dsp:nvSpPr>
      <dsp:spPr>
        <a:xfrm>
          <a:off x="349356" y="3101181"/>
          <a:ext cx="4890993" cy="501840"/>
        </a:xfrm>
        <a:prstGeom prst="round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868" tIns="0" rIns="184868" bIns="0" numCol="1" spcCol="1270" anchor="ctr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700" kern="1200" dirty="0" smtClean="0"/>
            <a:t>🔍 Análise</a:t>
          </a:r>
          <a:endParaRPr lang="pt-BR" sz="1700" kern="1200" dirty="0"/>
        </a:p>
      </dsp:txBody>
      <dsp:txXfrm>
        <a:off x="373854" y="3125679"/>
        <a:ext cx="4841997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B795B-04EB-4727-9B67-3A0783CD3679}">
      <dsp:nvSpPr>
        <dsp:cNvPr id="0" name=""/>
        <dsp:cNvSpPr/>
      </dsp:nvSpPr>
      <dsp:spPr>
        <a:xfrm>
          <a:off x="0" y="380437"/>
          <a:ext cx="651248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B4890-DD07-45DB-9943-6FC450C0C7F9}">
      <dsp:nvSpPr>
        <dsp:cNvPr id="0" name=""/>
        <dsp:cNvSpPr/>
      </dsp:nvSpPr>
      <dsp:spPr>
        <a:xfrm>
          <a:off x="311664" y="13038"/>
          <a:ext cx="4558737" cy="678960"/>
        </a:xfrm>
        <a:prstGeom prst="roundRect">
          <a:avLst/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309" tIns="0" rIns="17230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⚙ Mão Robótica </a:t>
          </a:r>
          <a:endParaRPr lang="pt-BR" sz="2300" kern="1200" dirty="0"/>
        </a:p>
      </dsp:txBody>
      <dsp:txXfrm>
        <a:off x="344808" y="46182"/>
        <a:ext cx="4492449" cy="612672"/>
      </dsp:txXfrm>
    </dsp:sp>
    <dsp:sp modelId="{882406D5-3279-4439-8726-B639D5C93E2E}">
      <dsp:nvSpPr>
        <dsp:cNvPr id="0" name=""/>
        <dsp:cNvSpPr/>
      </dsp:nvSpPr>
      <dsp:spPr>
        <a:xfrm>
          <a:off x="0" y="1423717"/>
          <a:ext cx="651248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0745E5-6BA3-456B-B74C-285A66EE1D1F}">
      <dsp:nvSpPr>
        <dsp:cNvPr id="0" name=""/>
        <dsp:cNvSpPr/>
      </dsp:nvSpPr>
      <dsp:spPr>
        <a:xfrm>
          <a:off x="262801" y="1077257"/>
          <a:ext cx="4558737" cy="678960"/>
        </a:xfrm>
        <a:prstGeom prst="round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309" tIns="0" rIns="17230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💡 </a:t>
          </a:r>
          <a:r>
            <a:rPr lang="pt-BR" sz="2300" kern="1200" dirty="0" err="1" smtClean="0"/>
            <a:t>Animatrônico</a:t>
          </a:r>
          <a:r>
            <a:rPr lang="pt-BR" sz="2300" kern="1200" dirty="0" smtClean="0"/>
            <a:t> </a:t>
          </a:r>
        </a:p>
      </dsp:txBody>
      <dsp:txXfrm>
        <a:off x="295945" y="1110401"/>
        <a:ext cx="4492449" cy="612672"/>
      </dsp:txXfrm>
    </dsp:sp>
    <dsp:sp modelId="{06AE0DCC-F89E-440B-B0C7-0F27092C41B8}">
      <dsp:nvSpPr>
        <dsp:cNvPr id="0" name=""/>
        <dsp:cNvSpPr/>
      </dsp:nvSpPr>
      <dsp:spPr>
        <a:xfrm>
          <a:off x="0" y="2466997"/>
          <a:ext cx="6512482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D0F4DC-1D05-4E06-B40C-8AD39A5C22EC}">
      <dsp:nvSpPr>
        <dsp:cNvPr id="0" name=""/>
        <dsp:cNvSpPr/>
      </dsp:nvSpPr>
      <dsp:spPr>
        <a:xfrm>
          <a:off x="276764" y="2127517"/>
          <a:ext cx="4558737" cy="678960"/>
        </a:xfrm>
        <a:prstGeom prst="round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309" tIns="0" rIns="172309" bIns="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300" kern="1200" dirty="0" smtClean="0"/>
            <a:t>🌱</a:t>
          </a:r>
          <a:r>
            <a:rPr lang="pt-BR" sz="2300" kern="1200" dirty="0" err="1" smtClean="0"/>
            <a:t>Analizador</a:t>
          </a:r>
          <a:r>
            <a:rPr lang="pt-BR" sz="2300" kern="1200" dirty="0" smtClean="0"/>
            <a:t> </a:t>
          </a:r>
          <a:r>
            <a:rPr lang="pt-BR" sz="2300" kern="1200" dirty="0" smtClean="0"/>
            <a:t>de </a:t>
          </a:r>
          <a:r>
            <a:rPr lang="pt-BR" sz="2300" kern="1200" dirty="0" smtClean="0"/>
            <a:t>solo </a:t>
          </a:r>
          <a:endParaRPr lang="pt-BR" sz="2300" kern="1200" dirty="0"/>
        </a:p>
      </dsp:txBody>
      <dsp:txXfrm>
        <a:off x="309908" y="2160661"/>
        <a:ext cx="4492449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24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108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173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19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3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29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801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10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81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4680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33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6190-EE45-4176-AA51-2C506BF936BC}" type="datetimeFigureOut">
              <a:rPr lang="pt-BR" smtClean="0"/>
              <a:t>30/11/2025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D9707-9448-493D-8FEA-F4B084EB0F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243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2653225-ABB1-47DF-B475-55C51D1C2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609" y="1396493"/>
            <a:ext cx="4426784" cy="1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190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233649" y="886479"/>
            <a:ext cx="577608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Utilização do </a:t>
            </a:r>
            <a:r>
              <a:rPr lang="pt-BR" sz="3500" dirty="0" err="1">
                <a:latin typeface="Arial" panose="020B0604020202020204" pitchFamily="34" charset="0"/>
                <a:cs typeface="Arial" panose="020B0604020202020204" pitchFamily="34" charset="0"/>
              </a:rPr>
              <a:t>arduíno</a:t>
            </a:r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 em projetos interdisciplinares 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70213" y="2484240"/>
            <a:ext cx="3219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Jefferson Bezerra dos Santos</a:t>
            </a:r>
          </a:p>
        </p:txBody>
      </p:sp>
    </p:spTree>
    <p:extLst>
      <p:ext uri="{BB962C8B-B14F-4D97-AF65-F5344CB8AC3E}">
        <p14:creationId xmlns:p14="http://schemas.microsoft.com/office/powerpoint/2010/main" val="3556475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390ABE1-FE03-446A-ACD4-F36A7023F869}"/>
              </a:ext>
            </a:extLst>
          </p:cNvPr>
          <p:cNvSpPr/>
          <p:nvPr/>
        </p:nvSpPr>
        <p:spPr>
          <a:xfrm>
            <a:off x="-90742" y="230345"/>
            <a:ext cx="6205356" cy="460690"/>
          </a:xfrm>
          <a:prstGeom prst="rect">
            <a:avLst/>
          </a:prstGeom>
          <a:solidFill>
            <a:srgbClr val="2C2D7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5E3893-ADCC-4473-9D22-707505A96FF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688" y="-12738"/>
            <a:ext cx="945375" cy="94611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F71DE83-4B49-4480-8953-E36021B11AA1}"/>
              </a:ext>
            </a:extLst>
          </p:cNvPr>
          <p:cNvSpPr txBox="1"/>
          <p:nvPr/>
        </p:nvSpPr>
        <p:spPr>
          <a:xfrm>
            <a:off x="600294" y="244305"/>
            <a:ext cx="5514320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Sumário </a:t>
            </a:r>
            <a:endParaRPr lang="pt-BR" sz="2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2687" y="704541"/>
            <a:ext cx="6526443" cy="29259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BR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ts val="1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 </a:t>
            </a:r>
            <a:endParaRPr lang="pt-BR" sz="35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endParaRPr lang="pt-BR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ts val="1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</a:t>
            </a:r>
            <a:endParaRPr lang="pt-BR" sz="35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endParaRPr lang="pt-BR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ts val="1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5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  <a:endParaRPr lang="pt-BR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ts val="1600"/>
              </a:lnSpc>
              <a:spcAft>
                <a:spcPts val="600"/>
              </a:spcAft>
            </a:pPr>
            <a:r>
              <a:rPr lang="pt-BR" sz="35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pt-BR" sz="3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ts val="16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3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  </a:t>
            </a:r>
            <a:endParaRPr lang="pt-BR" sz="35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908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824105" y="237197"/>
            <a:ext cx="2409634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500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  <a:r>
              <a:rPr lang="pt-BR" sz="3500" dirty="0"/>
              <a:t> </a:t>
            </a:r>
          </a:p>
        </p:txBody>
      </p:sp>
      <p:sp>
        <p:nvSpPr>
          <p:cNvPr id="5" name="Retângulo 4"/>
          <p:cNvSpPr/>
          <p:nvPr/>
        </p:nvSpPr>
        <p:spPr>
          <a:xfrm>
            <a:off x="584216" y="1049489"/>
            <a:ext cx="7154657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avanço da tecnologia educacional e a busca por soluções sustentáveis impulsionam o uso de plataformas acessíveis como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em projetos interdisciplinares. Este trabalho apresenta três aplicações distintas dessa ferramenta: uma mão robótica sustentável acionada por visão computacional, um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animatrônico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interativo com temática ambiental e um sistema de monitoramento climático com sensores DHT11 e HD-38. Utilizando materiais recicláveis,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servomotores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 programação em C++, os projetos demonstram o potencial do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no ensino de robótica, automação,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e análise de dados, aliando inovação, baixo custo e consciência socioambiental.</a:t>
            </a:r>
          </a:p>
        </p:txBody>
      </p:sp>
    </p:spTree>
    <p:extLst>
      <p:ext uri="{BB962C8B-B14F-4D97-AF65-F5344CB8AC3E}">
        <p14:creationId xmlns:p14="http://schemas.microsoft.com/office/powerpoint/2010/main" val="342896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447177" y="516403"/>
            <a:ext cx="20597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/>
              <a:t>Objetivos</a:t>
            </a:r>
            <a:r>
              <a:rPr lang="pt-BR" sz="3500" dirty="0" smtClean="0"/>
              <a:t> </a:t>
            </a:r>
            <a:endParaRPr lang="pt-BR" sz="3500" dirty="0"/>
          </a:p>
        </p:txBody>
      </p:sp>
      <p:sp>
        <p:nvSpPr>
          <p:cNvPr id="2" name="CaixaDeTexto 1"/>
          <p:cNvSpPr txBox="1"/>
          <p:nvPr/>
        </p:nvSpPr>
        <p:spPr>
          <a:xfrm>
            <a:off x="579353" y="1312269"/>
            <a:ext cx="767816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Analisar como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pode integrar diferentes áreas do conhecimento através do desenvolvimento de 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projetos. 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Objetivos </a:t>
            </a:r>
            <a:r>
              <a:rPr lang="pt-BR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Especificos</a:t>
            </a:r>
            <a:r>
              <a:rPr lang="pt-BR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endParaRPr lang="pt-BR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Analisar como o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Arduino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integra diferentes áreas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Compreender princípios básicos de eletrônica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Utilizar a tecnologia em conjunto com a sustentabilidade.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Aplicar 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sensores para monitoramento ambiental</a:t>
            </a:r>
            <a:r>
              <a:rPr lang="pt-BR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99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523958" y="0"/>
            <a:ext cx="2513445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500" dirty="0" smtClean="0"/>
              <a:t>Metodologia</a:t>
            </a:r>
            <a:endParaRPr lang="pt-BR" sz="3500" dirty="0"/>
          </a:p>
        </p:txBody>
      </p:sp>
      <p:graphicFrame>
        <p:nvGraphicFramePr>
          <p:cNvPr id="6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2214658"/>
              </p:ext>
            </p:extLst>
          </p:nvPr>
        </p:nvGraphicFramePr>
        <p:xfrm>
          <a:off x="781777" y="753856"/>
          <a:ext cx="6987134" cy="37972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37562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879946" y="467542"/>
            <a:ext cx="2513445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500" dirty="0" smtClean="0"/>
              <a:t>Metodologia</a:t>
            </a:r>
            <a:endParaRPr lang="pt-BR" sz="3500" dirty="0"/>
          </a:p>
        </p:txBody>
      </p:sp>
      <p:graphicFrame>
        <p:nvGraphicFramePr>
          <p:cNvPr id="6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9015395"/>
              </p:ext>
            </p:extLst>
          </p:nvPr>
        </p:nvGraphicFramePr>
        <p:xfrm>
          <a:off x="1172667" y="1226179"/>
          <a:ext cx="6512482" cy="3087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2422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879946" y="467542"/>
            <a:ext cx="29958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 smtClean="0"/>
              <a:t>Mão Robótica</a:t>
            </a:r>
            <a:r>
              <a:rPr lang="pt-BR" sz="3500" dirty="0" smtClean="0"/>
              <a:t> </a:t>
            </a:r>
            <a:endParaRPr lang="pt-BR" sz="35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79" y="1113873"/>
            <a:ext cx="4852046" cy="346492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452" y="1317428"/>
            <a:ext cx="2708401" cy="326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56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916232" y="104685"/>
            <a:ext cx="28204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 err="1" smtClean="0"/>
              <a:t>Animatrônico</a:t>
            </a:r>
            <a:r>
              <a:rPr lang="pt-BR" sz="3500" dirty="0" smtClean="0"/>
              <a:t> </a:t>
            </a:r>
            <a:endParaRPr lang="pt-BR" sz="35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97" y="34156063"/>
            <a:ext cx="10257618" cy="765373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71" y="638629"/>
            <a:ext cx="5863772" cy="3933372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2571" y="910673"/>
            <a:ext cx="2452915" cy="244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84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2879946" y="467542"/>
            <a:ext cx="37244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600" dirty="0" err="1" smtClean="0"/>
              <a:t>Analizador</a:t>
            </a:r>
            <a:r>
              <a:rPr lang="pt-BR" sz="3600" dirty="0" smtClean="0"/>
              <a:t> de solo</a:t>
            </a:r>
            <a:r>
              <a:rPr lang="pt-BR" sz="3500" dirty="0" smtClean="0"/>
              <a:t> </a:t>
            </a:r>
            <a:endParaRPr lang="pt-BR" sz="35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" y="1297172"/>
            <a:ext cx="5463577" cy="3285461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092" y="1446028"/>
            <a:ext cx="2020860" cy="147850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237" y="1367447"/>
            <a:ext cx="2285999" cy="157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734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1344312" y="453582"/>
            <a:ext cx="5453159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500" dirty="0" smtClean="0"/>
              <a:t>Referências</a:t>
            </a:r>
            <a:r>
              <a:rPr lang="pt-BR" sz="3500" dirty="0"/>
              <a:t> </a:t>
            </a:r>
            <a:r>
              <a:rPr lang="pt-BR" sz="3500" dirty="0" smtClean="0"/>
              <a:t>e Documentação</a:t>
            </a:r>
            <a:endParaRPr lang="pt-BR" sz="35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675" y="1175719"/>
            <a:ext cx="3011527" cy="301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7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2916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197</Words>
  <Application>Microsoft Office PowerPoint</Application>
  <PresentationFormat>Apresentação na tela (16:9)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FERNANDA CAVALCANTI CAPUANO</dc:creator>
  <cp:lastModifiedBy>Jeffrey24</cp:lastModifiedBy>
  <cp:revision>18</cp:revision>
  <dcterms:created xsi:type="dcterms:W3CDTF">2025-03-17T17:29:23Z</dcterms:created>
  <dcterms:modified xsi:type="dcterms:W3CDTF">2025-11-30T16:07:50Z</dcterms:modified>
</cp:coreProperties>
</file>