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9080163" cy="34199513"/>
  <p:notesSz cx="6858000" cy="91440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  <p:embeddedFont>
      <p:font typeface="Oswald Bold" panose="020B0604020202020204" charset="0"/>
      <p:regular r:id="rId7"/>
      <p:bold r:id="rId8"/>
    </p:embeddedFont>
    <p:embeddedFont>
      <p:font typeface="Oswald" panose="020B0604020202020204" charset="0"/>
      <p:regular r:id="rId9"/>
      <p:bold r:id="rId10"/>
    </p:embeddedFont>
  </p:embeddedFontLst>
  <p:defaultTextStyle>
    <a:defPPr>
      <a:defRPr lang="en-US"/>
    </a:defPPr>
    <a:lvl1pPr marL="0" algn="l" defTabSz="716024" rtl="0" eaLnBrk="1" latinLnBrk="0" hangingPunct="1">
      <a:defRPr sz="1410" kern="1200">
        <a:solidFill>
          <a:schemeClr val="tx1"/>
        </a:solidFill>
        <a:latin typeface="+mn-lt"/>
        <a:ea typeface="+mn-ea"/>
        <a:cs typeface="+mn-cs"/>
      </a:defRPr>
    </a:lvl1pPr>
    <a:lvl2pPr marL="358011" algn="l" defTabSz="716024" rtl="0" eaLnBrk="1" latinLnBrk="0" hangingPunct="1">
      <a:defRPr sz="1410" kern="1200">
        <a:solidFill>
          <a:schemeClr val="tx1"/>
        </a:solidFill>
        <a:latin typeface="+mn-lt"/>
        <a:ea typeface="+mn-ea"/>
        <a:cs typeface="+mn-cs"/>
      </a:defRPr>
    </a:lvl2pPr>
    <a:lvl3pPr marL="716024" algn="l" defTabSz="716024" rtl="0" eaLnBrk="1" latinLnBrk="0" hangingPunct="1">
      <a:defRPr sz="1410" kern="1200">
        <a:solidFill>
          <a:schemeClr val="tx1"/>
        </a:solidFill>
        <a:latin typeface="+mn-lt"/>
        <a:ea typeface="+mn-ea"/>
        <a:cs typeface="+mn-cs"/>
      </a:defRPr>
    </a:lvl3pPr>
    <a:lvl4pPr marL="1074036" algn="l" defTabSz="716024" rtl="0" eaLnBrk="1" latinLnBrk="0" hangingPunct="1">
      <a:defRPr sz="1410" kern="1200">
        <a:solidFill>
          <a:schemeClr val="tx1"/>
        </a:solidFill>
        <a:latin typeface="+mn-lt"/>
        <a:ea typeface="+mn-ea"/>
        <a:cs typeface="+mn-cs"/>
      </a:defRPr>
    </a:lvl4pPr>
    <a:lvl5pPr marL="1432048" algn="l" defTabSz="716024" rtl="0" eaLnBrk="1" latinLnBrk="0" hangingPunct="1">
      <a:defRPr sz="1410" kern="1200">
        <a:solidFill>
          <a:schemeClr val="tx1"/>
        </a:solidFill>
        <a:latin typeface="+mn-lt"/>
        <a:ea typeface="+mn-ea"/>
        <a:cs typeface="+mn-cs"/>
      </a:defRPr>
    </a:lvl5pPr>
    <a:lvl6pPr marL="1790060" algn="l" defTabSz="716024" rtl="0" eaLnBrk="1" latinLnBrk="0" hangingPunct="1">
      <a:defRPr sz="1410" kern="1200">
        <a:solidFill>
          <a:schemeClr val="tx1"/>
        </a:solidFill>
        <a:latin typeface="+mn-lt"/>
        <a:ea typeface="+mn-ea"/>
        <a:cs typeface="+mn-cs"/>
      </a:defRPr>
    </a:lvl6pPr>
    <a:lvl7pPr marL="2148072" algn="l" defTabSz="716024" rtl="0" eaLnBrk="1" latinLnBrk="0" hangingPunct="1">
      <a:defRPr sz="1410" kern="1200">
        <a:solidFill>
          <a:schemeClr val="tx1"/>
        </a:solidFill>
        <a:latin typeface="+mn-lt"/>
        <a:ea typeface="+mn-ea"/>
        <a:cs typeface="+mn-cs"/>
      </a:defRPr>
    </a:lvl7pPr>
    <a:lvl8pPr marL="2506084" algn="l" defTabSz="716024" rtl="0" eaLnBrk="1" latinLnBrk="0" hangingPunct="1">
      <a:defRPr sz="1410" kern="1200">
        <a:solidFill>
          <a:schemeClr val="tx1"/>
        </a:solidFill>
        <a:latin typeface="+mn-lt"/>
        <a:ea typeface="+mn-ea"/>
        <a:cs typeface="+mn-cs"/>
      </a:defRPr>
    </a:lvl8pPr>
    <a:lvl9pPr marL="2864097" algn="l" defTabSz="716024" rtl="0" eaLnBrk="1" latinLnBrk="0" hangingPunct="1">
      <a:defRPr sz="141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6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 autoAdjust="0"/>
    <p:restoredTop sz="94607" autoAdjust="0"/>
  </p:normalViewPr>
  <p:slideViewPr>
    <p:cSldViewPr>
      <p:cViewPr varScale="1">
        <p:scale>
          <a:sx n="13" d="100"/>
          <a:sy n="13" d="100"/>
        </p:scale>
        <p:origin x="2360" y="116"/>
      </p:cViewPr>
      <p:guideLst>
        <p:guide orient="horz" pos="1616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presProps" Target="presProps.xml"/><Relationship Id="rId5" Type="http://schemas.openxmlformats.org/officeDocument/2006/relationships/font" Target="fonts/font3.fntdata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15" y="1593606"/>
            <a:ext cx="6646021" cy="109960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27" y="2906960"/>
            <a:ext cx="5473194" cy="131098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19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59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67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099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1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39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358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36" y="3296454"/>
            <a:ext cx="6646021" cy="1018860"/>
          </a:xfrm>
        </p:spPr>
        <p:txBody>
          <a:bodyPr anchor="t"/>
          <a:lstStyle>
            <a:lvl1pPr algn="l">
              <a:defRPr sz="299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36" y="2174285"/>
            <a:ext cx="6646021" cy="1122171"/>
          </a:xfrm>
        </p:spPr>
        <p:txBody>
          <a:bodyPr anchor="b"/>
          <a:lstStyle>
            <a:lvl1pPr marL="0" indent="0">
              <a:buNone/>
              <a:defRPr sz="1496">
                <a:solidFill>
                  <a:schemeClr val="tx1">
                    <a:tint val="75000"/>
                  </a:schemeClr>
                </a:solidFill>
              </a:defRPr>
            </a:lvl1pPr>
            <a:lvl2pPr marL="341986" indent="0">
              <a:buNone/>
              <a:defRPr sz="1346">
                <a:solidFill>
                  <a:schemeClr val="tx1">
                    <a:tint val="75000"/>
                  </a:schemeClr>
                </a:solidFill>
              </a:defRPr>
            </a:lvl2pPr>
            <a:lvl3pPr marL="68397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3pPr>
            <a:lvl4pPr marL="1025958" indent="0">
              <a:buNone/>
              <a:defRPr sz="1047">
                <a:solidFill>
                  <a:schemeClr val="tx1">
                    <a:tint val="75000"/>
                  </a:schemeClr>
                </a:solidFill>
              </a:defRPr>
            </a:lvl4pPr>
            <a:lvl5pPr marL="1367944" indent="0">
              <a:buNone/>
              <a:defRPr sz="1047">
                <a:solidFill>
                  <a:schemeClr val="tx1">
                    <a:tint val="75000"/>
                  </a:schemeClr>
                </a:solidFill>
              </a:defRPr>
            </a:lvl5pPr>
            <a:lvl6pPr marL="1709930" indent="0">
              <a:buNone/>
              <a:defRPr sz="1047">
                <a:solidFill>
                  <a:schemeClr val="tx1">
                    <a:tint val="75000"/>
                  </a:schemeClr>
                </a:solidFill>
              </a:defRPr>
            </a:lvl6pPr>
            <a:lvl7pPr marL="2051917" indent="0">
              <a:buNone/>
              <a:defRPr sz="1047">
                <a:solidFill>
                  <a:schemeClr val="tx1">
                    <a:tint val="75000"/>
                  </a:schemeClr>
                </a:solidFill>
              </a:defRPr>
            </a:lvl7pPr>
            <a:lvl8pPr marL="2393902" indent="0">
              <a:buNone/>
              <a:defRPr sz="1047">
                <a:solidFill>
                  <a:schemeClr val="tx1">
                    <a:tint val="75000"/>
                  </a:schemeClr>
                </a:solidFill>
              </a:defRPr>
            </a:lvl8pPr>
            <a:lvl9pPr marL="2735889" indent="0">
              <a:buNone/>
              <a:defRPr sz="104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42" y="1196986"/>
            <a:ext cx="3453325" cy="3385515"/>
          </a:xfrm>
        </p:spPr>
        <p:txBody>
          <a:bodyPr/>
          <a:lstStyle>
            <a:lvl1pPr>
              <a:defRPr sz="2094"/>
            </a:lvl1pPr>
            <a:lvl2pPr>
              <a:defRPr sz="1795"/>
            </a:lvl2pPr>
            <a:lvl3pPr>
              <a:defRPr sz="1496"/>
            </a:lvl3pPr>
            <a:lvl4pPr>
              <a:defRPr sz="1346"/>
            </a:lvl4pPr>
            <a:lvl5pPr>
              <a:defRPr sz="1346"/>
            </a:lvl5pPr>
            <a:lvl6pPr>
              <a:defRPr sz="1346"/>
            </a:lvl6pPr>
            <a:lvl7pPr>
              <a:defRPr sz="1346"/>
            </a:lvl7pPr>
            <a:lvl8pPr>
              <a:defRPr sz="1346"/>
            </a:lvl8pPr>
            <a:lvl9pPr>
              <a:defRPr sz="13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581" y="1196986"/>
            <a:ext cx="3453325" cy="3385515"/>
          </a:xfrm>
        </p:spPr>
        <p:txBody>
          <a:bodyPr/>
          <a:lstStyle>
            <a:lvl1pPr>
              <a:defRPr sz="2094"/>
            </a:lvl1pPr>
            <a:lvl2pPr>
              <a:defRPr sz="1795"/>
            </a:lvl2pPr>
            <a:lvl3pPr>
              <a:defRPr sz="1496"/>
            </a:lvl3pPr>
            <a:lvl4pPr>
              <a:defRPr sz="1346"/>
            </a:lvl4pPr>
            <a:lvl5pPr>
              <a:defRPr sz="1346"/>
            </a:lvl5pPr>
            <a:lvl6pPr>
              <a:defRPr sz="1346"/>
            </a:lvl6pPr>
            <a:lvl7pPr>
              <a:defRPr sz="1346"/>
            </a:lvl7pPr>
            <a:lvl8pPr>
              <a:defRPr sz="1346"/>
            </a:lvl8pPr>
            <a:lvl9pPr>
              <a:defRPr sz="13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42" y="1148297"/>
            <a:ext cx="3454683" cy="478555"/>
          </a:xfrm>
        </p:spPr>
        <p:txBody>
          <a:bodyPr anchor="b"/>
          <a:lstStyle>
            <a:lvl1pPr marL="0" indent="0">
              <a:buNone/>
              <a:defRPr sz="1795" b="1"/>
            </a:lvl1pPr>
            <a:lvl2pPr marL="341986" indent="0">
              <a:buNone/>
              <a:defRPr sz="1496" b="1"/>
            </a:lvl2pPr>
            <a:lvl3pPr marL="683972" indent="0">
              <a:buNone/>
              <a:defRPr sz="1346" b="1"/>
            </a:lvl3pPr>
            <a:lvl4pPr marL="1025958" indent="0">
              <a:buNone/>
              <a:defRPr sz="1197" b="1"/>
            </a:lvl4pPr>
            <a:lvl5pPr marL="1367944" indent="0">
              <a:buNone/>
              <a:defRPr sz="1197" b="1"/>
            </a:lvl5pPr>
            <a:lvl6pPr marL="1709930" indent="0">
              <a:buNone/>
              <a:defRPr sz="1197" b="1"/>
            </a:lvl6pPr>
            <a:lvl7pPr marL="2051917" indent="0">
              <a:buNone/>
              <a:defRPr sz="1197" b="1"/>
            </a:lvl7pPr>
            <a:lvl8pPr marL="2393902" indent="0">
              <a:buNone/>
              <a:defRPr sz="1197" b="1"/>
            </a:lvl8pPr>
            <a:lvl9pPr marL="2735889" indent="0">
              <a:buNone/>
              <a:defRPr sz="11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42" y="1626852"/>
            <a:ext cx="3454683" cy="2955646"/>
          </a:xfrm>
        </p:spPr>
        <p:txBody>
          <a:bodyPr/>
          <a:lstStyle>
            <a:lvl1pPr>
              <a:defRPr sz="1795"/>
            </a:lvl1pPr>
            <a:lvl2pPr>
              <a:defRPr sz="1496"/>
            </a:lvl2pPr>
            <a:lvl3pPr>
              <a:defRPr sz="1346"/>
            </a:lvl3pPr>
            <a:lvl4pPr>
              <a:defRPr sz="1197"/>
            </a:lvl4pPr>
            <a:lvl5pPr>
              <a:defRPr sz="1197"/>
            </a:lvl5pPr>
            <a:lvl6pPr>
              <a:defRPr sz="1197"/>
            </a:lvl6pPr>
            <a:lvl7pPr>
              <a:defRPr sz="1197"/>
            </a:lvl7pPr>
            <a:lvl8pPr>
              <a:defRPr sz="1197"/>
            </a:lvl8pPr>
            <a:lvl9pPr>
              <a:defRPr sz="119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869" y="1148297"/>
            <a:ext cx="3456040" cy="478555"/>
          </a:xfrm>
        </p:spPr>
        <p:txBody>
          <a:bodyPr anchor="b"/>
          <a:lstStyle>
            <a:lvl1pPr marL="0" indent="0">
              <a:buNone/>
              <a:defRPr sz="1795" b="1"/>
            </a:lvl1pPr>
            <a:lvl2pPr marL="341986" indent="0">
              <a:buNone/>
              <a:defRPr sz="1496" b="1"/>
            </a:lvl2pPr>
            <a:lvl3pPr marL="683972" indent="0">
              <a:buNone/>
              <a:defRPr sz="1346" b="1"/>
            </a:lvl3pPr>
            <a:lvl4pPr marL="1025958" indent="0">
              <a:buNone/>
              <a:defRPr sz="1197" b="1"/>
            </a:lvl4pPr>
            <a:lvl5pPr marL="1367944" indent="0">
              <a:buNone/>
              <a:defRPr sz="1197" b="1"/>
            </a:lvl5pPr>
            <a:lvl6pPr marL="1709930" indent="0">
              <a:buNone/>
              <a:defRPr sz="1197" b="1"/>
            </a:lvl6pPr>
            <a:lvl7pPr marL="2051917" indent="0">
              <a:buNone/>
              <a:defRPr sz="1197" b="1"/>
            </a:lvl7pPr>
            <a:lvl8pPr marL="2393902" indent="0">
              <a:buNone/>
              <a:defRPr sz="1197" b="1"/>
            </a:lvl8pPr>
            <a:lvl9pPr marL="2735889" indent="0">
              <a:buNone/>
              <a:defRPr sz="11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869" y="1626852"/>
            <a:ext cx="3456040" cy="2955646"/>
          </a:xfrm>
        </p:spPr>
        <p:txBody>
          <a:bodyPr/>
          <a:lstStyle>
            <a:lvl1pPr>
              <a:defRPr sz="1795"/>
            </a:lvl1pPr>
            <a:lvl2pPr>
              <a:defRPr sz="1496"/>
            </a:lvl2pPr>
            <a:lvl3pPr>
              <a:defRPr sz="1346"/>
            </a:lvl3pPr>
            <a:lvl4pPr>
              <a:defRPr sz="1197"/>
            </a:lvl4pPr>
            <a:lvl5pPr>
              <a:defRPr sz="1197"/>
            </a:lvl5pPr>
            <a:lvl6pPr>
              <a:defRPr sz="1197"/>
            </a:lvl6pPr>
            <a:lvl7pPr>
              <a:defRPr sz="1197"/>
            </a:lvl7pPr>
            <a:lvl8pPr>
              <a:defRPr sz="1197"/>
            </a:lvl8pPr>
            <a:lvl9pPr>
              <a:defRPr sz="119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47" y="204248"/>
            <a:ext cx="2572347" cy="869238"/>
          </a:xfrm>
        </p:spPr>
        <p:txBody>
          <a:bodyPr anchor="b"/>
          <a:lstStyle>
            <a:lvl1pPr algn="l">
              <a:defRPr sz="149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6953" y="204247"/>
            <a:ext cx="4370954" cy="4378251"/>
          </a:xfrm>
        </p:spPr>
        <p:txBody>
          <a:bodyPr/>
          <a:lstStyle>
            <a:lvl1pPr>
              <a:defRPr sz="2394"/>
            </a:lvl1pPr>
            <a:lvl2pPr>
              <a:defRPr sz="2094"/>
            </a:lvl2pPr>
            <a:lvl3pPr>
              <a:defRPr sz="1795"/>
            </a:lvl3pPr>
            <a:lvl4pPr>
              <a:defRPr sz="1496"/>
            </a:lvl4pPr>
            <a:lvl5pPr>
              <a:defRPr sz="1496"/>
            </a:lvl5pPr>
            <a:lvl6pPr>
              <a:defRPr sz="1496"/>
            </a:lvl6pPr>
            <a:lvl7pPr>
              <a:defRPr sz="1496"/>
            </a:lvl7pPr>
            <a:lvl8pPr>
              <a:defRPr sz="1496"/>
            </a:lvl8pPr>
            <a:lvl9pPr>
              <a:defRPr sz="14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47" y="1073488"/>
            <a:ext cx="2572347" cy="3509013"/>
          </a:xfrm>
        </p:spPr>
        <p:txBody>
          <a:bodyPr/>
          <a:lstStyle>
            <a:lvl1pPr marL="0" indent="0">
              <a:buNone/>
              <a:defRPr sz="1047"/>
            </a:lvl1pPr>
            <a:lvl2pPr marL="341986" indent="0">
              <a:buNone/>
              <a:defRPr sz="898"/>
            </a:lvl2pPr>
            <a:lvl3pPr marL="683972" indent="0">
              <a:buNone/>
              <a:defRPr sz="748"/>
            </a:lvl3pPr>
            <a:lvl4pPr marL="1025958" indent="0">
              <a:buNone/>
              <a:defRPr sz="673"/>
            </a:lvl4pPr>
            <a:lvl5pPr marL="1367944" indent="0">
              <a:buNone/>
              <a:defRPr sz="673"/>
            </a:lvl5pPr>
            <a:lvl6pPr marL="1709930" indent="0">
              <a:buNone/>
              <a:defRPr sz="673"/>
            </a:lvl6pPr>
            <a:lvl7pPr marL="2051917" indent="0">
              <a:buNone/>
              <a:defRPr sz="673"/>
            </a:lvl7pPr>
            <a:lvl8pPr marL="2393902" indent="0">
              <a:buNone/>
              <a:defRPr sz="673"/>
            </a:lvl8pPr>
            <a:lvl9pPr marL="2735889" indent="0">
              <a:buNone/>
              <a:defRPr sz="67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49" y="3590949"/>
            <a:ext cx="4691309" cy="423932"/>
          </a:xfrm>
        </p:spPr>
        <p:txBody>
          <a:bodyPr anchor="b"/>
          <a:lstStyle>
            <a:lvl1pPr algn="l">
              <a:defRPr sz="149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49" y="458369"/>
            <a:ext cx="4691309" cy="3077956"/>
          </a:xfrm>
        </p:spPr>
        <p:txBody>
          <a:bodyPr/>
          <a:lstStyle>
            <a:lvl1pPr marL="0" indent="0">
              <a:buNone/>
              <a:defRPr sz="2394"/>
            </a:lvl1pPr>
            <a:lvl2pPr marL="341986" indent="0">
              <a:buNone/>
              <a:defRPr sz="2094"/>
            </a:lvl2pPr>
            <a:lvl3pPr marL="683972" indent="0">
              <a:buNone/>
              <a:defRPr sz="1795"/>
            </a:lvl3pPr>
            <a:lvl4pPr marL="1025958" indent="0">
              <a:buNone/>
              <a:defRPr sz="1496"/>
            </a:lvl4pPr>
            <a:lvl5pPr marL="1367944" indent="0">
              <a:buNone/>
              <a:defRPr sz="1496"/>
            </a:lvl5pPr>
            <a:lvl6pPr marL="1709930" indent="0">
              <a:buNone/>
              <a:defRPr sz="1496"/>
            </a:lvl6pPr>
            <a:lvl7pPr marL="2051917" indent="0">
              <a:buNone/>
              <a:defRPr sz="1496"/>
            </a:lvl7pPr>
            <a:lvl8pPr marL="2393902" indent="0">
              <a:buNone/>
              <a:defRPr sz="1496"/>
            </a:lvl8pPr>
            <a:lvl9pPr marL="2735889" indent="0">
              <a:buNone/>
              <a:defRPr sz="149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49" y="4014880"/>
            <a:ext cx="4691309" cy="602054"/>
          </a:xfrm>
        </p:spPr>
        <p:txBody>
          <a:bodyPr/>
          <a:lstStyle>
            <a:lvl1pPr marL="0" indent="0">
              <a:buNone/>
              <a:defRPr sz="1047"/>
            </a:lvl1pPr>
            <a:lvl2pPr marL="341986" indent="0">
              <a:buNone/>
              <a:defRPr sz="898"/>
            </a:lvl2pPr>
            <a:lvl3pPr marL="683972" indent="0">
              <a:buNone/>
              <a:defRPr sz="748"/>
            </a:lvl3pPr>
            <a:lvl4pPr marL="1025958" indent="0">
              <a:buNone/>
              <a:defRPr sz="673"/>
            </a:lvl4pPr>
            <a:lvl5pPr marL="1367944" indent="0">
              <a:buNone/>
              <a:defRPr sz="673"/>
            </a:lvl5pPr>
            <a:lvl6pPr marL="1709930" indent="0">
              <a:buNone/>
              <a:defRPr sz="673"/>
            </a:lvl6pPr>
            <a:lvl7pPr marL="2051917" indent="0">
              <a:buNone/>
              <a:defRPr sz="673"/>
            </a:lvl7pPr>
            <a:lvl8pPr marL="2393902" indent="0">
              <a:buNone/>
              <a:defRPr sz="673"/>
            </a:lvl8pPr>
            <a:lvl9pPr marL="2735889" indent="0">
              <a:buNone/>
              <a:defRPr sz="67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665" y="205438"/>
            <a:ext cx="1759241" cy="43770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42" y="205438"/>
            <a:ext cx="5147409" cy="43770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42" y="205435"/>
            <a:ext cx="7036964" cy="854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42" y="1196986"/>
            <a:ext cx="7036964" cy="3385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42" y="4754686"/>
            <a:ext cx="1824398" cy="273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441" y="4754686"/>
            <a:ext cx="2475969" cy="273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508" y="4754686"/>
            <a:ext cx="1824398" cy="273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3972" rtl="0" eaLnBrk="1" latinLnBrk="0" hangingPunct="1">
        <a:spcBef>
          <a:spcPct val="0"/>
        </a:spcBef>
        <a:buNone/>
        <a:defRPr sz="329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6489" indent="-256489" algn="l" defTabSz="683972" rtl="0" eaLnBrk="1" latinLnBrk="0" hangingPunct="1">
        <a:spcBef>
          <a:spcPct val="20000"/>
        </a:spcBef>
        <a:buFont typeface="Arial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1pPr>
      <a:lvl2pPr marL="555727" indent="-213741" algn="l" defTabSz="683972" rtl="0" eaLnBrk="1" latinLnBrk="0" hangingPunct="1">
        <a:spcBef>
          <a:spcPct val="20000"/>
        </a:spcBef>
        <a:buFont typeface="Arial" pitchFamily="34" charset="0"/>
        <a:buChar char="–"/>
        <a:defRPr sz="2094" kern="1200">
          <a:solidFill>
            <a:schemeClr val="tx1"/>
          </a:solidFill>
          <a:latin typeface="+mn-lt"/>
          <a:ea typeface="+mn-ea"/>
          <a:cs typeface="+mn-cs"/>
        </a:defRPr>
      </a:lvl2pPr>
      <a:lvl3pPr marL="854965" indent="-170994" algn="l" defTabSz="683972" rtl="0" eaLnBrk="1" latinLnBrk="0" hangingPunct="1">
        <a:spcBef>
          <a:spcPct val="20000"/>
        </a:spcBef>
        <a:buFont typeface="Arial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196951" indent="-170994" algn="l" defTabSz="683972" rtl="0" eaLnBrk="1" latinLnBrk="0" hangingPunct="1">
        <a:spcBef>
          <a:spcPct val="20000"/>
        </a:spcBef>
        <a:buFont typeface="Arial" pitchFamily="34" charset="0"/>
        <a:buChar char="–"/>
        <a:defRPr sz="1496" kern="1200">
          <a:solidFill>
            <a:schemeClr val="tx1"/>
          </a:solidFill>
          <a:latin typeface="+mn-lt"/>
          <a:ea typeface="+mn-ea"/>
          <a:cs typeface="+mn-cs"/>
        </a:defRPr>
      </a:lvl4pPr>
      <a:lvl5pPr marL="1538937" indent="-170994" algn="l" defTabSz="683972" rtl="0" eaLnBrk="1" latinLnBrk="0" hangingPunct="1">
        <a:spcBef>
          <a:spcPct val="20000"/>
        </a:spcBef>
        <a:buFont typeface="Arial" pitchFamily="34" charset="0"/>
        <a:buChar char="»"/>
        <a:defRPr sz="1496" kern="1200">
          <a:solidFill>
            <a:schemeClr val="tx1"/>
          </a:solidFill>
          <a:latin typeface="+mn-lt"/>
          <a:ea typeface="+mn-ea"/>
          <a:cs typeface="+mn-cs"/>
        </a:defRPr>
      </a:lvl5pPr>
      <a:lvl6pPr marL="1880923" indent="-170994" algn="l" defTabSz="683972" rtl="0" eaLnBrk="1" latinLnBrk="0" hangingPunct="1">
        <a:spcBef>
          <a:spcPct val="20000"/>
        </a:spcBef>
        <a:buFont typeface="Arial" pitchFamily="34" charset="0"/>
        <a:buChar char="•"/>
        <a:defRPr sz="1496" kern="1200">
          <a:solidFill>
            <a:schemeClr val="tx1"/>
          </a:solidFill>
          <a:latin typeface="+mn-lt"/>
          <a:ea typeface="+mn-ea"/>
          <a:cs typeface="+mn-cs"/>
        </a:defRPr>
      </a:lvl6pPr>
      <a:lvl7pPr marL="2222909" indent="-170994" algn="l" defTabSz="683972" rtl="0" eaLnBrk="1" latinLnBrk="0" hangingPunct="1">
        <a:spcBef>
          <a:spcPct val="20000"/>
        </a:spcBef>
        <a:buFont typeface="Arial" pitchFamily="34" charset="0"/>
        <a:buChar char="•"/>
        <a:defRPr sz="1496" kern="1200">
          <a:solidFill>
            <a:schemeClr val="tx1"/>
          </a:solidFill>
          <a:latin typeface="+mn-lt"/>
          <a:ea typeface="+mn-ea"/>
          <a:cs typeface="+mn-cs"/>
        </a:defRPr>
      </a:lvl7pPr>
      <a:lvl8pPr marL="2564895" indent="-170994" algn="l" defTabSz="683972" rtl="0" eaLnBrk="1" latinLnBrk="0" hangingPunct="1">
        <a:spcBef>
          <a:spcPct val="20000"/>
        </a:spcBef>
        <a:buFont typeface="Arial" pitchFamily="34" charset="0"/>
        <a:buChar char="•"/>
        <a:defRPr sz="1496" kern="1200">
          <a:solidFill>
            <a:schemeClr val="tx1"/>
          </a:solidFill>
          <a:latin typeface="+mn-lt"/>
          <a:ea typeface="+mn-ea"/>
          <a:cs typeface="+mn-cs"/>
        </a:defRPr>
      </a:lvl8pPr>
      <a:lvl9pPr marL="2906881" indent="-170994" algn="l" defTabSz="683972" rtl="0" eaLnBrk="1" latinLnBrk="0" hangingPunct="1">
        <a:spcBef>
          <a:spcPct val="20000"/>
        </a:spcBef>
        <a:buFont typeface="Arial" pitchFamily="34" charset="0"/>
        <a:buChar char="•"/>
        <a:defRPr sz="14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3972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1pPr>
      <a:lvl2pPr marL="341986" algn="l" defTabSz="683972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2pPr>
      <a:lvl3pPr marL="683972" algn="l" defTabSz="683972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3pPr>
      <a:lvl4pPr marL="1025958" algn="l" defTabSz="683972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4pPr>
      <a:lvl5pPr marL="1367944" algn="l" defTabSz="683972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5pPr>
      <a:lvl6pPr marL="1709930" algn="l" defTabSz="683972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6pPr>
      <a:lvl7pPr marL="2051917" algn="l" defTabSz="683972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7pPr>
      <a:lvl8pPr marL="2393902" algn="l" defTabSz="683972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8pPr>
      <a:lvl9pPr marL="2735889" algn="l" defTabSz="683972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847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38979" y="31589402"/>
            <a:ext cx="2747608" cy="2747608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1" y="0"/>
                </a:lnTo>
                <a:lnTo>
                  <a:pt x="3673171" y="3673171"/>
                </a:lnTo>
                <a:lnTo>
                  <a:pt x="0" y="36731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1346"/>
          </a:p>
        </p:txBody>
      </p:sp>
      <p:grpSp>
        <p:nvGrpSpPr>
          <p:cNvPr id="3" name="Group 3"/>
          <p:cNvGrpSpPr/>
          <p:nvPr/>
        </p:nvGrpSpPr>
        <p:grpSpPr>
          <a:xfrm>
            <a:off x="-42441" y="5445090"/>
            <a:ext cx="19122604" cy="26159749"/>
            <a:chOff x="0" y="0"/>
            <a:chExt cx="2966458" cy="42289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66458" cy="4228947"/>
            </a:xfrm>
            <a:custGeom>
              <a:avLst/>
              <a:gdLst/>
              <a:ahLst/>
              <a:cxnLst/>
              <a:rect l="l" t="t" r="r" b="b"/>
              <a:pathLst>
                <a:path w="2966458" h="4228947">
                  <a:moveTo>
                    <a:pt x="0" y="0"/>
                  </a:moveTo>
                  <a:lnTo>
                    <a:pt x="2966458" y="0"/>
                  </a:lnTo>
                  <a:lnTo>
                    <a:pt x="2966458" y="4228947"/>
                  </a:lnTo>
                  <a:lnTo>
                    <a:pt x="0" y="4228947"/>
                  </a:lnTo>
                  <a:close/>
                </a:path>
              </a:pathLst>
            </a:custGeom>
            <a:solidFill>
              <a:srgbClr val="FF914D"/>
            </a:solidFill>
          </p:spPr>
          <p:txBody>
            <a:bodyPr/>
            <a:lstStyle/>
            <a:p>
              <a:endParaRPr lang="pt-BR" sz="1346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2966458" cy="4324197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346"/>
            </a:p>
          </p:txBody>
        </p:sp>
      </p:grpSp>
      <p:sp>
        <p:nvSpPr>
          <p:cNvPr id="6" name="Freeform 6"/>
          <p:cNvSpPr/>
          <p:nvPr/>
        </p:nvSpPr>
        <p:spPr>
          <a:xfrm>
            <a:off x="13566222" y="31573965"/>
            <a:ext cx="2747608" cy="2747608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1" y="0"/>
                </a:lnTo>
                <a:lnTo>
                  <a:pt x="3673171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1346"/>
          </a:p>
        </p:txBody>
      </p:sp>
      <p:sp>
        <p:nvSpPr>
          <p:cNvPr id="7" name="Freeform 7"/>
          <p:cNvSpPr/>
          <p:nvPr/>
        </p:nvSpPr>
        <p:spPr>
          <a:xfrm>
            <a:off x="8132651" y="31572264"/>
            <a:ext cx="2747608" cy="2747608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1" y="0"/>
                </a:lnTo>
                <a:lnTo>
                  <a:pt x="3673171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1346"/>
          </a:p>
        </p:txBody>
      </p:sp>
      <p:sp>
        <p:nvSpPr>
          <p:cNvPr id="8" name="Freeform 8"/>
          <p:cNvSpPr/>
          <p:nvPr/>
        </p:nvSpPr>
        <p:spPr>
          <a:xfrm>
            <a:off x="10817113" y="31572264"/>
            <a:ext cx="2747608" cy="2747608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0" y="0"/>
                </a:lnTo>
                <a:lnTo>
                  <a:pt x="3673170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1346"/>
          </a:p>
        </p:txBody>
      </p:sp>
      <p:grpSp>
        <p:nvGrpSpPr>
          <p:cNvPr id="10" name="Group 10"/>
          <p:cNvGrpSpPr/>
          <p:nvPr/>
        </p:nvGrpSpPr>
        <p:grpSpPr>
          <a:xfrm>
            <a:off x="10726385" y="30023513"/>
            <a:ext cx="7604943" cy="2948435"/>
            <a:chOff x="-124802" y="-95250"/>
            <a:chExt cx="1452870" cy="563277"/>
          </a:xfrm>
        </p:grpSpPr>
        <p:sp>
          <p:nvSpPr>
            <p:cNvPr id="11" name="Freeform 11"/>
            <p:cNvSpPr/>
            <p:nvPr/>
          </p:nvSpPr>
          <p:spPr>
            <a:xfrm>
              <a:off x="-124802" y="11522"/>
              <a:ext cx="1328068" cy="456505"/>
            </a:xfrm>
            <a:custGeom>
              <a:avLst/>
              <a:gdLst/>
              <a:ahLst/>
              <a:cxnLst/>
              <a:rect l="l" t="t" r="r" b="b"/>
              <a:pathLst>
                <a:path w="1328068" h="456505">
                  <a:moveTo>
                    <a:pt x="0" y="0"/>
                  </a:moveTo>
                  <a:lnTo>
                    <a:pt x="1328068" y="0"/>
                  </a:lnTo>
                  <a:lnTo>
                    <a:pt x="1328068" y="456505"/>
                  </a:lnTo>
                  <a:lnTo>
                    <a:pt x="0" y="456505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 sz="1346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0"/>
              <a:ext cx="1328068" cy="551755"/>
            </a:xfrm>
            <a:prstGeom prst="rect">
              <a:avLst/>
            </a:prstGeom>
          </p:spPr>
          <p:txBody>
            <a:bodyPr lIns="82448" tIns="82448" rIns="82448" bIns="82448" rtlCol="0" anchor="ctr"/>
            <a:lstStyle/>
            <a:p>
              <a:pPr algn="ctr">
                <a:lnSpc>
                  <a:spcPts val="4317"/>
                </a:lnSpc>
              </a:pPr>
              <a:endParaRPr sz="1346"/>
            </a:p>
          </p:txBody>
        </p:sp>
      </p:grpSp>
      <p:sp>
        <p:nvSpPr>
          <p:cNvPr id="13" name="Freeform 13"/>
          <p:cNvSpPr/>
          <p:nvPr/>
        </p:nvSpPr>
        <p:spPr>
          <a:xfrm>
            <a:off x="11177506" y="30928362"/>
            <a:ext cx="4320137" cy="1697627"/>
          </a:xfrm>
          <a:custGeom>
            <a:avLst/>
            <a:gdLst/>
            <a:ahLst/>
            <a:cxnLst/>
            <a:rect l="l" t="t" r="r" b="b"/>
            <a:pathLst>
              <a:path w="5775423" h="2269491">
                <a:moveTo>
                  <a:pt x="0" y="0"/>
                </a:moveTo>
                <a:lnTo>
                  <a:pt x="5775423" y="0"/>
                </a:lnTo>
                <a:lnTo>
                  <a:pt x="5775423" y="2269491"/>
                </a:lnTo>
                <a:lnTo>
                  <a:pt x="0" y="22694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1346"/>
          </a:p>
        </p:txBody>
      </p:sp>
      <p:sp>
        <p:nvSpPr>
          <p:cNvPr id="14" name="Freeform 14"/>
          <p:cNvSpPr/>
          <p:nvPr/>
        </p:nvSpPr>
        <p:spPr>
          <a:xfrm>
            <a:off x="15770247" y="30558158"/>
            <a:ext cx="1491458" cy="2280348"/>
          </a:xfrm>
          <a:custGeom>
            <a:avLst/>
            <a:gdLst/>
            <a:ahLst/>
            <a:cxnLst/>
            <a:rect l="l" t="t" r="r" b="b"/>
            <a:pathLst>
              <a:path w="1993872" h="3048509">
                <a:moveTo>
                  <a:pt x="0" y="0"/>
                </a:moveTo>
                <a:lnTo>
                  <a:pt x="1993872" y="0"/>
                </a:lnTo>
                <a:lnTo>
                  <a:pt x="1993872" y="3048509"/>
                </a:lnTo>
                <a:lnTo>
                  <a:pt x="0" y="30485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1346"/>
          </a:p>
        </p:txBody>
      </p:sp>
      <p:sp>
        <p:nvSpPr>
          <p:cNvPr id="15" name="Freeform 15"/>
          <p:cNvSpPr/>
          <p:nvPr/>
        </p:nvSpPr>
        <p:spPr>
          <a:xfrm>
            <a:off x="5420980" y="31574089"/>
            <a:ext cx="2747608" cy="2747608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1" y="0"/>
                </a:lnTo>
                <a:lnTo>
                  <a:pt x="3673171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1346"/>
          </a:p>
        </p:txBody>
      </p:sp>
      <p:sp>
        <p:nvSpPr>
          <p:cNvPr id="16" name="Freeform 16"/>
          <p:cNvSpPr/>
          <p:nvPr/>
        </p:nvSpPr>
        <p:spPr>
          <a:xfrm>
            <a:off x="-5746" y="31580867"/>
            <a:ext cx="2771357" cy="2747608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1" y="0"/>
                </a:lnTo>
                <a:lnTo>
                  <a:pt x="3673171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1346"/>
          </a:p>
        </p:txBody>
      </p:sp>
      <p:sp>
        <p:nvSpPr>
          <p:cNvPr id="17" name="Freeform 17"/>
          <p:cNvSpPr/>
          <p:nvPr/>
        </p:nvSpPr>
        <p:spPr>
          <a:xfrm>
            <a:off x="2704195" y="31572264"/>
            <a:ext cx="2747608" cy="2747608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0" y="0"/>
                </a:lnTo>
                <a:lnTo>
                  <a:pt x="3673170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1346"/>
          </a:p>
        </p:txBody>
      </p:sp>
      <p:grpSp>
        <p:nvGrpSpPr>
          <p:cNvPr id="18" name="Group 18"/>
          <p:cNvGrpSpPr/>
          <p:nvPr/>
        </p:nvGrpSpPr>
        <p:grpSpPr>
          <a:xfrm>
            <a:off x="0" y="4761529"/>
            <a:ext cx="19080162" cy="3044674"/>
            <a:chOff x="0" y="-95250"/>
            <a:chExt cx="2704920" cy="46714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04920" cy="371895"/>
            </a:xfrm>
            <a:custGeom>
              <a:avLst/>
              <a:gdLst/>
              <a:ahLst/>
              <a:cxnLst/>
              <a:rect l="l" t="t" r="r" b="b"/>
              <a:pathLst>
                <a:path w="2704920" h="371895">
                  <a:moveTo>
                    <a:pt x="0" y="0"/>
                  </a:moveTo>
                  <a:lnTo>
                    <a:pt x="2704920" y="0"/>
                  </a:lnTo>
                  <a:lnTo>
                    <a:pt x="2704920" y="371895"/>
                  </a:lnTo>
                  <a:lnTo>
                    <a:pt x="0" y="371895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 sz="1346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2704920" cy="467145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346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-42441" y="7709794"/>
            <a:ext cx="19122604" cy="1424017"/>
            <a:chOff x="0" y="0"/>
            <a:chExt cx="2734121" cy="23108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734121" cy="231084"/>
            </a:xfrm>
            <a:custGeom>
              <a:avLst/>
              <a:gdLst/>
              <a:ahLst/>
              <a:cxnLst/>
              <a:rect l="l" t="t" r="r" b="b"/>
              <a:pathLst>
                <a:path w="2734121" h="231084">
                  <a:moveTo>
                    <a:pt x="0" y="0"/>
                  </a:moveTo>
                  <a:lnTo>
                    <a:pt x="2734121" y="0"/>
                  </a:lnTo>
                  <a:lnTo>
                    <a:pt x="2734121" y="231084"/>
                  </a:lnTo>
                  <a:lnTo>
                    <a:pt x="0" y="231084"/>
                  </a:lnTo>
                  <a:close/>
                </a:path>
              </a:pathLst>
            </a:custGeom>
            <a:solidFill>
              <a:srgbClr val="E3D9D1"/>
            </a:solidFill>
          </p:spPr>
          <p:txBody>
            <a:bodyPr/>
            <a:lstStyle/>
            <a:p>
              <a:endParaRPr lang="pt-BR" sz="1346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2734121" cy="326334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346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65196" y="12298202"/>
            <a:ext cx="8821608" cy="7169516"/>
            <a:chOff x="0" y="0"/>
            <a:chExt cx="1364871" cy="127729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64871" cy="1277299"/>
            </a:xfrm>
            <a:custGeom>
              <a:avLst/>
              <a:gdLst/>
              <a:ahLst/>
              <a:cxnLst/>
              <a:rect l="l" t="t" r="r" b="b"/>
              <a:pathLst>
                <a:path w="1364871" h="1277299">
                  <a:moveTo>
                    <a:pt x="0" y="0"/>
                  </a:moveTo>
                  <a:lnTo>
                    <a:pt x="1364871" y="0"/>
                  </a:lnTo>
                  <a:lnTo>
                    <a:pt x="1364871" y="1277299"/>
                  </a:lnTo>
                  <a:lnTo>
                    <a:pt x="0" y="1277299"/>
                  </a:lnTo>
                  <a:close/>
                </a:path>
              </a:pathLst>
            </a:custGeom>
            <a:solidFill>
              <a:srgbClr val="E3D9D1">
                <a:alpha val="54902"/>
              </a:srgbClr>
            </a:solidFill>
          </p:spPr>
          <p:txBody>
            <a:bodyPr/>
            <a:lstStyle/>
            <a:p>
              <a:endParaRPr lang="pt-BR" sz="1346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0"/>
              <a:ext cx="1364871" cy="1372549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346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657904" y="11814383"/>
            <a:ext cx="6332203" cy="1203919"/>
            <a:chOff x="0" y="0"/>
            <a:chExt cx="1128126" cy="21448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28126" cy="214486"/>
            </a:xfrm>
            <a:custGeom>
              <a:avLst/>
              <a:gdLst/>
              <a:ahLst/>
              <a:cxnLst/>
              <a:rect l="l" t="t" r="r" b="b"/>
              <a:pathLst>
                <a:path w="1128126" h="214486">
                  <a:moveTo>
                    <a:pt x="0" y="0"/>
                  </a:moveTo>
                  <a:lnTo>
                    <a:pt x="1128126" y="0"/>
                  </a:lnTo>
                  <a:lnTo>
                    <a:pt x="1128126" y="214486"/>
                  </a:lnTo>
                  <a:lnTo>
                    <a:pt x="0" y="214486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 sz="1346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95250"/>
              <a:ext cx="1128126" cy="309736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346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93545" y="11754078"/>
            <a:ext cx="6111116" cy="1047632"/>
            <a:chOff x="0" y="0"/>
            <a:chExt cx="1088738" cy="18664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88738" cy="186643"/>
            </a:xfrm>
            <a:custGeom>
              <a:avLst/>
              <a:gdLst/>
              <a:ahLst/>
              <a:cxnLst/>
              <a:rect l="l" t="t" r="r" b="b"/>
              <a:pathLst>
                <a:path w="1088738" h="186643">
                  <a:moveTo>
                    <a:pt x="0" y="0"/>
                  </a:moveTo>
                  <a:lnTo>
                    <a:pt x="1088738" y="0"/>
                  </a:lnTo>
                  <a:lnTo>
                    <a:pt x="1088738" y="186643"/>
                  </a:lnTo>
                  <a:lnTo>
                    <a:pt x="0" y="186643"/>
                  </a:lnTo>
                  <a:close/>
                </a:path>
              </a:pathLst>
            </a:custGeom>
            <a:solidFill>
              <a:srgbClr val="684769"/>
            </a:solidFill>
          </p:spPr>
          <p:txBody>
            <a:bodyPr/>
            <a:lstStyle/>
            <a:p>
              <a:endParaRPr lang="pt-BR" sz="1346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95250"/>
              <a:ext cx="1088738" cy="281893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346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65196" y="20656217"/>
            <a:ext cx="8821608" cy="3026862"/>
            <a:chOff x="0" y="0"/>
            <a:chExt cx="1364871" cy="53925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364871" cy="539256"/>
            </a:xfrm>
            <a:custGeom>
              <a:avLst/>
              <a:gdLst/>
              <a:ahLst/>
              <a:cxnLst/>
              <a:rect l="l" t="t" r="r" b="b"/>
              <a:pathLst>
                <a:path w="1364871" h="539256">
                  <a:moveTo>
                    <a:pt x="0" y="0"/>
                  </a:moveTo>
                  <a:lnTo>
                    <a:pt x="1364871" y="0"/>
                  </a:lnTo>
                  <a:lnTo>
                    <a:pt x="1364871" y="539256"/>
                  </a:lnTo>
                  <a:lnTo>
                    <a:pt x="0" y="539256"/>
                  </a:lnTo>
                  <a:close/>
                </a:path>
              </a:pathLst>
            </a:custGeom>
            <a:solidFill>
              <a:srgbClr val="E9E6D7">
                <a:alpha val="54902"/>
              </a:srgbClr>
            </a:solidFill>
          </p:spPr>
          <p:txBody>
            <a:bodyPr/>
            <a:lstStyle/>
            <a:p>
              <a:endParaRPr lang="pt-BR" sz="1346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1364871" cy="586881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just">
                <a:lnSpc>
                  <a:spcPts val="2723"/>
                </a:lnSpc>
              </a:pPr>
              <a:endParaRPr sz="1346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880131" y="19937490"/>
            <a:ext cx="6332203" cy="1226085"/>
            <a:chOff x="0" y="0"/>
            <a:chExt cx="1128126" cy="21843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28126" cy="218436"/>
            </a:xfrm>
            <a:custGeom>
              <a:avLst/>
              <a:gdLst/>
              <a:ahLst/>
              <a:cxnLst/>
              <a:rect l="l" t="t" r="r" b="b"/>
              <a:pathLst>
                <a:path w="1128126" h="218436">
                  <a:moveTo>
                    <a:pt x="0" y="0"/>
                  </a:moveTo>
                  <a:lnTo>
                    <a:pt x="1128126" y="0"/>
                  </a:lnTo>
                  <a:lnTo>
                    <a:pt x="1128126" y="218436"/>
                  </a:lnTo>
                  <a:lnTo>
                    <a:pt x="0" y="218436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 sz="1346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0"/>
              <a:ext cx="1128126" cy="313686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346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758562" y="19833653"/>
            <a:ext cx="6156526" cy="1090712"/>
            <a:chOff x="0" y="0"/>
            <a:chExt cx="1096828" cy="19431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96828" cy="194318"/>
            </a:xfrm>
            <a:custGeom>
              <a:avLst/>
              <a:gdLst/>
              <a:ahLst/>
              <a:cxnLst/>
              <a:rect l="l" t="t" r="r" b="b"/>
              <a:pathLst>
                <a:path w="1096828" h="194318">
                  <a:moveTo>
                    <a:pt x="0" y="0"/>
                  </a:moveTo>
                  <a:lnTo>
                    <a:pt x="1096828" y="0"/>
                  </a:lnTo>
                  <a:lnTo>
                    <a:pt x="1096828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</p:spPr>
          <p:txBody>
            <a:bodyPr/>
            <a:lstStyle/>
            <a:p>
              <a:endParaRPr lang="pt-BR" sz="1346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95250"/>
              <a:ext cx="1096828" cy="289568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346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197227" y="12478142"/>
            <a:ext cx="8317739" cy="5469820"/>
            <a:chOff x="0" y="0"/>
            <a:chExt cx="1298655" cy="97448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98655" cy="974486"/>
            </a:xfrm>
            <a:custGeom>
              <a:avLst/>
              <a:gdLst/>
              <a:ahLst/>
              <a:cxnLst/>
              <a:rect l="l" t="t" r="r" b="b"/>
              <a:pathLst>
                <a:path w="1298655" h="974486">
                  <a:moveTo>
                    <a:pt x="0" y="0"/>
                  </a:moveTo>
                  <a:lnTo>
                    <a:pt x="1298655" y="0"/>
                  </a:lnTo>
                  <a:lnTo>
                    <a:pt x="1298655" y="974486"/>
                  </a:lnTo>
                  <a:lnTo>
                    <a:pt x="0" y="974486"/>
                  </a:lnTo>
                  <a:close/>
                </a:path>
              </a:pathLst>
            </a:custGeom>
            <a:solidFill>
              <a:srgbClr val="E9E6D7">
                <a:alpha val="54902"/>
              </a:srgbClr>
            </a:solidFill>
          </p:spPr>
          <p:txBody>
            <a:bodyPr/>
            <a:lstStyle/>
            <a:p>
              <a:endParaRPr lang="pt-BR" sz="1346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0"/>
              <a:ext cx="1298655" cy="1069736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>
                <a:lnSpc>
                  <a:spcPts val="4317"/>
                </a:lnSpc>
              </a:pPr>
              <a:endParaRPr sz="1346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1344931" y="11996298"/>
            <a:ext cx="6367852" cy="1360626"/>
            <a:chOff x="0" y="0"/>
            <a:chExt cx="1134477" cy="242405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134477" cy="242405"/>
            </a:xfrm>
            <a:custGeom>
              <a:avLst/>
              <a:gdLst/>
              <a:ahLst/>
              <a:cxnLst/>
              <a:rect l="l" t="t" r="r" b="b"/>
              <a:pathLst>
                <a:path w="1134477" h="242405">
                  <a:moveTo>
                    <a:pt x="0" y="0"/>
                  </a:moveTo>
                  <a:lnTo>
                    <a:pt x="1134477" y="0"/>
                  </a:lnTo>
                  <a:lnTo>
                    <a:pt x="1134477" y="242405"/>
                  </a:lnTo>
                  <a:lnTo>
                    <a:pt x="0" y="242405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 sz="1346" dirty="0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0"/>
              <a:ext cx="1134477" cy="337655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346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173311" y="11862095"/>
            <a:ext cx="6278094" cy="1227543"/>
            <a:chOff x="0" y="0"/>
            <a:chExt cx="1118486" cy="218695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18486" cy="218695"/>
            </a:xfrm>
            <a:custGeom>
              <a:avLst/>
              <a:gdLst/>
              <a:ahLst/>
              <a:cxnLst/>
              <a:rect l="l" t="t" r="r" b="b"/>
              <a:pathLst>
                <a:path w="1118486" h="218695">
                  <a:moveTo>
                    <a:pt x="0" y="0"/>
                  </a:moveTo>
                  <a:lnTo>
                    <a:pt x="1118486" y="0"/>
                  </a:lnTo>
                  <a:lnTo>
                    <a:pt x="1118486" y="218695"/>
                  </a:lnTo>
                  <a:lnTo>
                    <a:pt x="0" y="218695"/>
                  </a:lnTo>
                  <a:close/>
                </a:path>
              </a:pathLst>
            </a:custGeom>
            <a:solidFill>
              <a:srgbClr val="684769"/>
            </a:solidFill>
          </p:spPr>
          <p:txBody>
            <a:bodyPr/>
            <a:lstStyle/>
            <a:p>
              <a:endParaRPr lang="pt-BR" sz="1346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95250"/>
              <a:ext cx="1118486" cy="313945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346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0197228" y="18978097"/>
            <a:ext cx="8317738" cy="11283422"/>
            <a:chOff x="0" y="0"/>
            <a:chExt cx="1298655" cy="201022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298655" cy="2010220"/>
            </a:xfrm>
            <a:custGeom>
              <a:avLst/>
              <a:gdLst/>
              <a:ahLst/>
              <a:cxnLst/>
              <a:rect l="l" t="t" r="r" b="b"/>
              <a:pathLst>
                <a:path w="1298655" h="2010220">
                  <a:moveTo>
                    <a:pt x="0" y="0"/>
                  </a:moveTo>
                  <a:lnTo>
                    <a:pt x="1298655" y="0"/>
                  </a:lnTo>
                  <a:lnTo>
                    <a:pt x="1298655" y="2010220"/>
                  </a:lnTo>
                  <a:lnTo>
                    <a:pt x="0" y="2010220"/>
                  </a:lnTo>
                  <a:close/>
                </a:path>
              </a:pathLst>
            </a:custGeom>
            <a:solidFill>
              <a:srgbClr val="E9E6D7">
                <a:alpha val="54902"/>
              </a:srgbClr>
            </a:solidFill>
          </p:spPr>
          <p:txBody>
            <a:bodyPr/>
            <a:lstStyle/>
            <a:p>
              <a:endParaRPr lang="pt-BR" sz="1346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95250"/>
              <a:ext cx="1298655" cy="2105470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346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1281822" y="18361486"/>
            <a:ext cx="6546069" cy="1404208"/>
            <a:chOff x="0" y="0"/>
            <a:chExt cx="1166227" cy="250169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166227" cy="250169"/>
            </a:xfrm>
            <a:custGeom>
              <a:avLst/>
              <a:gdLst/>
              <a:ahLst/>
              <a:cxnLst/>
              <a:rect l="l" t="t" r="r" b="b"/>
              <a:pathLst>
                <a:path w="1166227" h="250169">
                  <a:moveTo>
                    <a:pt x="0" y="0"/>
                  </a:moveTo>
                  <a:lnTo>
                    <a:pt x="1166227" y="0"/>
                  </a:lnTo>
                  <a:lnTo>
                    <a:pt x="1166227" y="250169"/>
                  </a:lnTo>
                  <a:lnTo>
                    <a:pt x="0" y="250169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 sz="1346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95250"/>
              <a:ext cx="1166227" cy="345419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346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1160252" y="18236570"/>
            <a:ext cx="6335788" cy="1155537"/>
            <a:chOff x="0" y="0"/>
            <a:chExt cx="1128765" cy="205867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128765" cy="205867"/>
            </a:xfrm>
            <a:custGeom>
              <a:avLst/>
              <a:gdLst/>
              <a:ahLst/>
              <a:cxnLst/>
              <a:rect l="l" t="t" r="r" b="b"/>
              <a:pathLst>
                <a:path w="1128765" h="205867">
                  <a:moveTo>
                    <a:pt x="0" y="0"/>
                  </a:moveTo>
                  <a:lnTo>
                    <a:pt x="1128765" y="0"/>
                  </a:lnTo>
                  <a:lnTo>
                    <a:pt x="1128765" y="205867"/>
                  </a:lnTo>
                  <a:lnTo>
                    <a:pt x="0" y="205867"/>
                  </a:lnTo>
                  <a:close/>
                </a:path>
              </a:pathLst>
            </a:custGeom>
            <a:solidFill>
              <a:srgbClr val="684769"/>
            </a:solidFill>
          </p:spPr>
          <p:txBody>
            <a:bodyPr/>
            <a:lstStyle/>
            <a:p>
              <a:endParaRPr lang="pt-BR" sz="1346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76200"/>
              <a:ext cx="1128765" cy="282067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346"/>
            </a:p>
          </p:txBody>
        </p:sp>
      </p:grpSp>
      <p:sp>
        <p:nvSpPr>
          <p:cNvPr id="62" name="Freeform 62"/>
          <p:cNvSpPr/>
          <p:nvPr/>
        </p:nvSpPr>
        <p:spPr>
          <a:xfrm rot="-10800000">
            <a:off x="-42441" y="-2476772"/>
            <a:ext cx="19122602" cy="7915791"/>
          </a:xfrm>
          <a:custGeom>
            <a:avLst/>
            <a:gdLst/>
            <a:ahLst/>
            <a:cxnLst/>
            <a:rect l="l" t="t" r="r" b="b"/>
            <a:pathLst>
              <a:path w="23061399" h="10582314">
                <a:moveTo>
                  <a:pt x="0" y="0"/>
                </a:moveTo>
                <a:lnTo>
                  <a:pt x="23061399" y="0"/>
                </a:lnTo>
                <a:lnTo>
                  <a:pt x="23061399" y="10582313"/>
                </a:lnTo>
                <a:lnTo>
                  <a:pt x="0" y="105823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 l="-1182" t="-46909"/>
            </a:stretch>
          </a:blipFill>
        </p:spPr>
        <p:txBody>
          <a:bodyPr/>
          <a:lstStyle/>
          <a:p>
            <a:endParaRPr lang="pt-BR" sz="1346"/>
          </a:p>
        </p:txBody>
      </p:sp>
      <p:sp>
        <p:nvSpPr>
          <p:cNvPr id="63" name="Freeform 63"/>
          <p:cNvSpPr/>
          <p:nvPr/>
        </p:nvSpPr>
        <p:spPr>
          <a:xfrm rot="-5400000" flipH="1" flipV="1">
            <a:off x="199270" y="-3429853"/>
            <a:ext cx="6678330" cy="7161748"/>
          </a:xfrm>
          <a:custGeom>
            <a:avLst/>
            <a:gdLst/>
            <a:ahLst/>
            <a:cxnLst/>
            <a:rect l="l" t="t" r="r" b="b"/>
            <a:pathLst>
              <a:path w="8928000" h="9574263">
                <a:moveTo>
                  <a:pt x="8928000" y="9574262"/>
                </a:moveTo>
                <a:lnTo>
                  <a:pt x="0" y="9574262"/>
                </a:lnTo>
                <a:lnTo>
                  <a:pt x="0" y="0"/>
                </a:lnTo>
                <a:lnTo>
                  <a:pt x="8928000" y="0"/>
                </a:lnTo>
                <a:lnTo>
                  <a:pt x="8928000" y="9574262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1346" dirty="0"/>
          </a:p>
        </p:txBody>
      </p:sp>
      <p:sp>
        <p:nvSpPr>
          <p:cNvPr id="64" name="Freeform 64"/>
          <p:cNvSpPr/>
          <p:nvPr/>
        </p:nvSpPr>
        <p:spPr>
          <a:xfrm rot="-5400000">
            <a:off x="14015732" y="327069"/>
            <a:ext cx="2963822" cy="7143301"/>
          </a:xfrm>
          <a:custGeom>
            <a:avLst/>
            <a:gdLst/>
            <a:ahLst/>
            <a:cxnLst/>
            <a:rect l="l" t="t" r="r" b="b"/>
            <a:pathLst>
              <a:path w="3727401" h="9472195">
                <a:moveTo>
                  <a:pt x="0" y="0"/>
                </a:moveTo>
                <a:lnTo>
                  <a:pt x="3727402" y="0"/>
                </a:lnTo>
                <a:lnTo>
                  <a:pt x="3727402" y="9472195"/>
                </a:lnTo>
                <a:lnTo>
                  <a:pt x="0" y="94721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 l="-139523" b="-1077"/>
            </a:stretch>
          </a:blipFill>
        </p:spPr>
        <p:txBody>
          <a:bodyPr/>
          <a:lstStyle/>
          <a:p>
            <a:endParaRPr lang="pt-BR" sz="1346"/>
          </a:p>
        </p:txBody>
      </p:sp>
      <p:sp>
        <p:nvSpPr>
          <p:cNvPr id="65" name="Freeform 65"/>
          <p:cNvSpPr/>
          <p:nvPr/>
        </p:nvSpPr>
        <p:spPr>
          <a:xfrm>
            <a:off x="2184981" y="978955"/>
            <a:ext cx="11268139" cy="2664739"/>
          </a:xfrm>
          <a:custGeom>
            <a:avLst/>
            <a:gdLst/>
            <a:ahLst/>
            <a:cxnLst/>
            <a:rect l="l" t="t" r="r" b="b"/>
            <a:pathLst>
              <a:path w="12966012" h="3149199">
                <a:moveTo>
                  <a:pt x="0" y="0"/>
                </a:moveTo>
                <a:lnTo>
                  <a:pt x="12966011" y="0"/>
                </a:lnTo>
                <a:lnTo>
                  <a:pt x="12966011" y="3149198"/>
                </a:lnTo>
                <a:lnTo>
                  <a:pt x="0" y="314919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pt-BR" sz="1346"/>
          </a:p>
        </p:txBody>
      </p:sp>
      <p:sp>
        <p:nvSpPr>
          <p:cNvPr id="66" name="Freeform 66"/>
          <p:cNvSpPr/>
          <p:nvPr/>
        </p:nvSpPr>
        <p:spPr>
          <a:xfrm>
            <a:off x="9287658" y="3400735"/>
            <a:ext cx="6193468" cy="1647803"/>
          </a:xfrm>
          <a:custGeom>
            <a:avLst/>
            <a:gdLst/>
            <a:ahLst/>
            <a:cxnLst/>
            <a:rect l="l" t="t" r="r" b="b"/>
            <a:pathLst>
              <a:path w="8279807" h="2202884">
                <a:moveTo>
                  <a:pt x="0" y="0"/>
                </a:moveTo>
                <a:lnTo>
                  <a:pt x="8279807" y="0"/>
                </a:lnTo>
                <a:lnTo>
                  <a:pt x="8279807" y="2202884"/>
                </a:lnTo>
                <a:lnTo>
                  <a:pt x="0" y="22028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pt-BR" sz="1346"/>
          </a:p>
        </p:txBody>
      </p:sp>
      <p:sp>
        <p:nvSpPr>
          <p:cNvPr id="67" name="TextBox 67"/>
          <p:cNvSpPr txBox="1"/>
          <p:nvPr/>
        </p:nvSpPr>
        <p:spPr>
          <a:xfrm>
            <a:off x="1473248" y="9523954"/>
            <a:ext cx="16654719" cy="2096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8"/>
              </a:lnSpc>
            </a:pPr>
            <a:r>
              <a:rPr lang="en-US" sz="2991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Maria Clara Santos ¹, Jorge Henrique Ben ² e Sara Nicolly Oliveira ³ (</a:t>
            </a:r>
            <a:r>
              <a:rPr lang="en-US" sz="2991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Nomes</a:t>
            </a:r>
            <a:r>
              <a:rPr lang="en-US" sz="2991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2991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tamanho</a:t>
            </a:r>
            <a:r>
              <a:rPr lang="en-US" sz="2991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: 40) </a:t>
            </a:r>
          </a:p>
          <a:p>
            <a:pPr algn="ctr">
              <a:lnSpc>
                <a:spcPts val="3142"/>
              </a:lnSpc>
            </a:pP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¹Discente do(a) </a:t>
            </a:r>
            <a:r>
              <a:rPr lang="en-US" sz="2244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Colégio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2244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ou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Escola XXXXXX, E-mail XXXX, </a:t>
            </a:r>
            <a:r>
              <a:rPr lang="en-US" sz="2244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Cidade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Estado;(</a:t>
            </a:r>
            <a:r>
              <a:rPr lang="en-US" sz="2244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Descrição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2244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tamanho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: 30) </a:t>
            </a:r>
          </a:p>
          <a:p>
            <a:pPr algn="ctr">
              <a:lnSpc>
                <a:spcPts val="3142"/>
              </a:lnSpc>
            </a:pP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²Discente do(a) </a:t>
            </a:r>
            <a:r>
              <a:rPr lang="en-US" sz="2244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Colégio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2244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ou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Escola XXXXXX, E-mail XXXX, </a:t>
            </a:r>
            <a:r>
              <a:rPr lang="en-US" sz="2244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Cidade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Estado;(</a:t>
            </a:r>
            <a:r>
              <a:rPr lang="en-US" sz="2244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Descrição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2244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tamanho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: 30) </a:t>
            </a:r>
          </a:p>
          <a:p>
            <a:pPr algn="ctr">
              <a:lnSpc>
                <a:spcPts val="3142"/>
              </a:lnSpc>
            </a:pP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³Professor(a) do(a) </a:t>
            </a:r>
            <a:r>
              <a:rPr lang="en-US" sz="2244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Colégio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2244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ou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Escola XXXXXX, E-mail XXXX, </a:t>
            </a:r>
            <a:r>
              <a:rPr lang="en-US" sz="2244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Cidade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Estado (</a:t>
            </a:r>
            <a:r>
              <a:rPr lang="en-US" sz="2244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Descrição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2244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tamanho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: 30) </a:t>
            </a:r>
          </a:p>
          <a:p>
            <a:pPr algn="ctr">
              <a:lnSpc>
                <a:spcPts val="3142"/>
              </a:lnSpc>
              <a:spcBef>
                <a:spcPct val="0"/>
              </a:spcBef>
            </a:pPr>
            <a:endParaRPr lang="en-US" sz="2244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1639217" y="5889165"/>
            <a:ext cx="15847404" cy="1897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49"/>
              </a:lnSpc>
            </a:pPr>
            <a:r>
              <a:rPr lang="en-US" sz="13498" b="1" dirty="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FEIRA DE CIÊNCIAS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2054734" y="7970076"/>
            <a:ext cx="14259096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2"/>
              </a:lnSpc>
            </a:pPr>
            <a:r>
              <a:rPr lang="en-US" sz="5984">
                <a:solidFill>
                  <a:srgbClr val="684769"/>
                </a:solidFill>
                <a:latin typeface="Oswald"/>
                <a:ea typeface="Oswald"/>
                <a:cs typeface="Oswald"/>
                <a:sym typeface="Oswald"/>
              </a:rPr>
              <a:t>Título do Trabalho (Fonte: Oswald; Tamanho: 80)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937768" y="11875008"/>
            <a:ext cx="5674909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2"/>
              </a:lnSpc>
            </a:pPr>
            <a:r>
              <a:rPr lang="en-US" sz="5984" b="1" dirty="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INTRODUÇÃO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218416" y="19890648"/>
            <a:ext cx="9098551" cy="85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5"/>
              </a:lnSpc>
            </a:pPr>
            <a:r>
              <a:rPr lang="en-US" sz="6059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OBJETIVOS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1424959" y="24027774"/>
            <a:ext cx="6961757" cy="1867961"/>
            <a:chOff x="0" y="0"/>
            <a:chExt cx="1269336" cy="340585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269336" cy="340585"/>
            </a:xfrm>
            <a:custGeom>
              <a:avLst/>
              <a:gdLst/>
              <a:ahLst/>
              <a:cxnLst/>
              <a:rect l="l" t="t" r="r" b="b"/>
              <a:pathLst>
                <a:path w="1269336" h="340585">
                  <a:moveTo>
                    <a:pt x="0" y="0"/>
                  </a:moveTo>
                  <a:lnTo>
                    <a:pt x="1269336" y="0"/>
                  </a:lnTo>
                  <a:lnTo>
                    <a:pt x="1269336" y="340585"/>
                  </a:lnTo>
                  <a:lnTo>
                    <a:pt x="0" y="340585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 sz="1346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95250"/>
              <a:ext cx="1269336" cy="435835"/>
            </a:xfrm>
            <a:prstGeom prst="rect">
              <a:avLst/>
            </a:prstGeom>
          </p:spPr>
          <p:txBody>
            <a:bodyPr lIns="37130" tIns="37130" rIns="37130" bIns="37130" rtlCol="0" anchor="ctr"/>
            <a:lstStyle/>
            <a:p>
              <a:pPr algn="ctr">
                <a:lnSpc>
                  <a:spcPts val="4317"/>
                </a:lnSpc>
              </a:pPr>
              <a:endParaRPr sz="1346"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242886" y="23911778"/>
            <a:ext cx="6882453" cy="1573019"/>
            <a:chOff x="0" y="0"/>
            <a:chExt cx="1254876" cy="286808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254876" cy="286808"/>
            </a:xfrm>
            <a:custGeom>
              <a:avLst/>
              <a:gdLst/>
              <a:ahLst/>
              <a:cxnLst/>
              <a:rect l="l" t="t" r="r" b="b"/>
              <a:pathLst>
                <a:path w="1254876" h="286808">
                  <a:moveTo>
                    <a:pt x="0" y="0"/>
                  </a:moveTo>
                  <a:lnTo>
                    <a:pt x="1254876" y="0"/>
                  </a:lnTo>
                  <a:lnTo>
                    <a:pt x="1254876" y="286808"/>
                  </a:lnTo>
                  <a:lnTo>
                    <a:pt x="0" y="286808"/>
                  </a:lnTo>
                  <a:close/>
                </a:path>
              </a:pathLst>
            </a:custGeom>
            <a:solidFill>
              <a:srgbClr val="684769"/>
            </a:solidFill>
          </p:spPr>
          <p:txBody>
            <a:bodyPr/>
            <a:lstStyle/>
            <a:p>
              <a:endParaRPr lang="pt-BR" sz="1346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95250"/>
              <a:ext cx="1254876" cy="382058"/>
            </a:xfrm>
            <a:prstGeom prst="rect">
              <a:avLst/>
            </a:prstGeom>
          </p:spPr>
          <p:txBody>
            <a:bodyPr lIns="37130" tIns="37130" rIns="37130" bIns="37130" rtlCol="0" anchor="ctr"/>
            <a:lstStyle/>
            <a:p>
              <a:pPr algn="ctr">
                <a:lnSpc>
                  <a:spcPts val="4317"/>
                </a:lnSpc>
              </a:pPr>
              <a:endParaRPr sz="1346"/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-237184" y="24218177"/>
            <a:ext cx="9993431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1"/>
              </a:lnSpc>
            </a:pPr>
            <a:r>
              <a:rPr lang="en-US" sz="5846" b="1" dirty="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MATERIAL E MÉTODOS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0703035" y="12024084"/>
            <a:ext cx="7178749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2"/>
              </a:lnSpc>
            </a:pPr>
            <a:r>
              <a:rPr lang="en-US" sz="5984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RESULTADOS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2076848" y="18397649"/>
            <a:ext cx="4722632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2"/>
              </a:lnSpc>
            </a:pPr>
            <a:r>
              <a:rPr lang="en-US" sz="5984" b="1" dirty="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CONCLUSÃO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0552081" y="19897576"/>
            <a:ext cx="7659312" cy="664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723"/>
              </a:lnSpc>
              <a:spcBef>
                <a:spcPct val="0"/>
              </a:spcBef>
            </a:pPr>
            <a:r>
              <a:rPr lang="en-US" sz="1945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XXXX</a:t>
            </a:r>
          </a:p>
          <a:p>
            <a:pPr algn="ctr">
              <a:lnSpc>
                <a:spcPts val="2723"/>
              </a:lnSpc>
              <a:spcBef>
                <a:spcPct val="0"/>
              </a:spcBef>
            </a:pPr>
            <a:endParaRPr lang="en-US" sz="1945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2" name="TextBox 82"/>
          <p:cNvSpPr txBox="1"/>
          <p:nvPr/>
        </p:nvSpPr>
        <p:spPr>
          <a:xfrm>
            <a:off x="1048837" y="13544389"/>
            <a:ext cx="7729244" cy="365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141"/>
              </a:lnSpc>
              <a:spcBef>
                <a:spcPct val="0"/>
              </a:spcBef>
            </a:pPr>
            <a:r>
              <a:rPr lang="en-US" sz="2243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XXXX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015716" y="21318626"/>
            <a:ext cx="7487629" cy="31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23"/>
              </a:lnSpc>
              <a:spcBef>
                <a:spcPct val="0"/>
              </a:spcBef>
            </a:pPr>
            <a:r>
              <a:rPr lang="en-US" sz="1945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XXXX</a:t>
            </a:r>
          </a:p>
        </p:txBody>
      </p:sp>
      <p:grpSp>
        <p:nvGrpSpPr>
          <p:cNvPr id="84" name="Group 84"/>
          <p:cNvGrpSpPr/>
          <p:nvPr/>
        </p:nvGrpSpPr>
        <p:grpSpPr>
          <a:xfrm>
            <a:off x="565195" y="25693598"/>
            <a:ext cx="8619087" cy="5758306"/>
            <a:chOff x="0" y="0"/>
            <a:chExt cx="1328790" cy="1025882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328790" cy="1025882"/>
            </a:xfrm>
            <a:custGeom>
              <a:avLst/>
              <a:gdLst/>
              <a:ahLst/>
              <a:cxnLst/>
              <a:rect l="l" t="t" r="r" b="b"/>
              <a:pathLst>
                <a:path w="1328790" h="1025882">
                  <a:moveTo>
                    <a:pt x="0" y="0"/>
                  </a:moveTo>
                  <a:lnTo>
                    <a:pt x="1328790" y="0"/>
                  </a:lnTo>
                  <a:lnTo>
                    <a:pt x="1328790" y="1025882"/>
                  </a:lnTo>
                  <a:lnTo>
                    <a:pt x="0" y="1025882"/>
                  </a:lnTo>
                  <a:close/>
                </a:path>
              </a:pathLst>
            </a:custGeom>
            <a:solidFill>
              <a:srgbClr val="E3D9D1">
                <a:alpha val="63922"/>
              </a:srgbClr>
            </a:solidFill>
          </p:spPr>
          <p:txBody>
            <a:bodyPr/>
            <a:lstStyle/>
            <a:p>
              <a:endParaRPr lang="pt-BR" sz="1346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95250"/>
              <a:ext cx="1328790" cy="1121132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346"/>
            </a:p>
          </p:txBody>
        </p:sp>
      </p:grpSp>
      <p:sp>
        <p:nvSpPr>
          <p:cNvPr id="25" name="TextBox 81">
            <a:extLst>
              <a:ext uri="{FF2B5EF4-FFF2-40B4-BE49-F238E27FC236}">
                <a16:creationId xmlns:a16="http://schemas.microsoft.com/office/drawing/2014/main" id="{152EC533-F3DA-11E1-594B-933577F713D7}"/>
              </a:ext>
            </a:extLst>
          </p:cNvPr>
          <p:cNvSpPr txBox="1"/>
          <p:nvPr/>
        </p:nvSpPr>
        <p:spPr>
          <a:xfrm>
            <a:off x="10699201" y="13779580"/>
            <a:ext cx="7659312" cy="664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723"/>
              </a:lnSpc>
              <a:spcBef>
                <a:spcPct val="0"/>
              </a:spcBef>
            </a:pPr>
            <a:r>
              <a:rPr lang="en-US" sz="1945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XXXX</a:t>
            </a:r>
          </a:p>
          <a:p>
            <a:pPr algn="ctr">
              <a:lnSpc>
                <a:spcPts val="2723"/>
              </a:lnSpc>
              <a:spcBef>
                <a:spcPct val="0"/>
              </a:spcBef>
            </a:pPr>
            <a:endParaRPr lang="en-US" sz="1945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7" name="TextBox 83">
            <a:extLst>
              <a:ext uri="{FF2B5EF4-FFF2-40B4-BE49-F238E27FC236}">
                <a16:creationId xmlns:a16="http://schemas.microsoft.com/office/drawing/2014/main" id="{39A0861B-D61A-660C-BE40-A239EF81B12F}"/>
              </a:ext>
            </a:extLst>
          </p:cNvPr>
          <p:cNvSpPr txBox="1"/>
          <p:nvPr/>
        </p:nvSpPr>
        <p:spPr>
          <a:xfrm>
            <a:off x="940297" y="26202134"/>
            <a:ext cx="7487629" cy="31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23"/>
              </a:lnSpc>
              <a:spcBef>
                <a:spcPct val="0"/>
              </a:spcBef>
            </a:pPr>
            <a:r>
              <a:rPr lang="en-US" sz="1945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XXXX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108</Words>
  <Application>Microsoft Office PowerPoint</Application>
  <PresentationFormat>Personalizar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Calibri</vt:lpstr>
      <vt:lpstr>Arial</vt:lpstr>
      <vt:lpstr>Oswald Bold</vt:lpstr>
      <vt:lpstr>Oswald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Banner Jovem_FEIRA DE CIÊNCIAS</dc:title>
  <dc:creator>Karol</dc:creator>
  <cp:lastModifiedBy>Jeffrey24</cp:lastModifiedBy>
  <cp:revision>3</cp:revision>
  <dcterms:created xsi:type="dcterms:W3CDTF">2006-08-16T00:00:00Z</dcterms:created>
  <dcterms:modified xsi:type="dcterms:W3CDTF">2025-07-15T16:14:09Z</dcterms:modified>
  <dc:identifier>DAGrraieB0A</dc:identifier>
</cp:coreProperties>
</file>