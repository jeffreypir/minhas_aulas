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43192700" cx="32397700"/>
  <p:notesSz cx="6858000" cy="9144000"/>
  <p:embeddedFontLst>
    <p:embeddedFont>
      <p:font typeface="Poppins"/>
      <p:regular r:id="rId8"/>
      <p:bold r:id="rId9"/>
      <p:italic r:id="rId10"/>
      <p:boldItalic r:id="rId11"/>
    </p:embeddedFont>
    <p:embeddedFont>
      <p:font typeface="Poppins Black"/>
      <p:bold r:id="rId12"/>
      <p:boldItalic r:id="rId13"/>
    </p:embeddedFont>
    <p:embeddedFont>
      <p:font typeface="Oswald"/>
      <p:regular r:id="rId14"/>
      <p:bold r:id="rId15"/>
    </p:embeddedFont>
    <p:embeddedFont>
      <p:font typeface="Open Sans"/>
      <p:bold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8" roundtripDataSignature="AMtx7mhXDbHz5khJS8DUOAnV71rrZt2+5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oppins-boldItalic.fntdata"/><Relationship Id="rId10" Type="http://schemas.openxmlformats.org/officeDocument/2006/relationships/font" Target="fonts/Poppins-italic.fntdata"/><Relationship Id="rId13" Type="http://schemas.openxmlformats.org/officeDocument/2006/relationships/font" Target="fonts/PoppinsBlack-boldItalic.fntdata"/><Relationship Id="rId12" Type="http://schemas.openxmlformats.org/officeDocument/2006/relationships/font" Target="fonts/PoppinsBlack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oppins-bold.fntdata"/><Relationship Id="rId15" Type="http://schemas.openxmlformats.org/officeDocument/2006/relationships/font" Target="fonts/Oswald-bold.fntdata"/><Relationship Id="rId14" Type="http://schemas.openxmlformats.org/officeDocument/2006/relationships/font" Target="fonts/Oswald-regular.fntdata"/><Relationship Id="rId17" Type="http://schemas.openxmlformats.org/officeDocument/2006/relationships/font" Target="fonts/OpenSans-boldItalic.fntdata"/><Relationship Id="rId16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14.png"/><Relationship Id="rId11" Type="http://schemas.openxmlformats.org/officeDocument/2006/relationships/image" Target="../media/image1.png"/><Relationship Id="rId10" Type="http://schemas.openxmlformats.org/officeDocument/2006/relationships/image" Target="../media/image13.png"/><Relationship Id="rId13" Type="http://schemas.openxmlformats.org/officeDocument/2006/relationships/image" Target="../media/image7.png"/><Relationship Id="rId1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image" Target="../media/image4.png"/><Relationship Id="rId15" Type="http://schemas.openxmlformats.org/officeDocument/2006/relationships/image" Target="../media/image3.png"/><Relationship Id="rId14" Type="http://schemas.openxmlformats.org/officeDocument/2006/relationships/image" Target="../media/image11.png"/><Relationship Id="rId17" Type="http://schemas.openxmlformats.org/officeDocument/2006/relationships/image" Target="../media/image16.png"/><Relationship Id="rId16" Type="http://schemas.openxmlformats.org/officeDocument/2006/relationships/image" Target="../media/image2.png"/><Relationship Id="rId5" Type="http://schemas.openxmlformats.org/officeDocument/2006/relationships/image" Target="../media/image12.png"/><Relationship Id="rId19" Type="http://schemas.openxmlformats.org/officeDocument/2006/relationships/image" Target="../media/image15.png"/><Relationship Id="rId6" Type="http://schemas.openxmlformats.org/officeDocument/2006/relationships/image" Target="../media/image18.png"/><Relationship Id="rId18" Type="http://schemas.openxmlformats.org/officeDocument/2006/relationships/image" Target="../media/image17.png"/><Relationship Id="rId7" Type="http://schemas.openxmlformats.org/officeDocument/2006/relationships/image" Target="../media/image10.png"/><Relationship Id="rId8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9E6D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23957982" y="-2944918"/>
            <a:ext cx="3712995" cy="8472538"/>
          </a:xfrm>
          <a:custGeom>
            <a:rect b="b" l="l" r="r" t="t"/>
            <a:pathLst>
              <a:path extrusionOk="0" h="8472538" w="3712995">
                <a:moveTo>
                  <a:pt x="0" y="0"/>
                </a:moveTo>
                <a:lnTo>
                  <a:pt x="3712995" y="0"/>
                </a:lnTo>
                <a:lnTo>
                  <a:pt x="3712995" y="8472539"/>
                </a:lnTo>
                <a:lnTo>
                  <a:pt x="0" y="84725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5" name="Google Shape;85;p1"/>
          <p:cNvGrpSpPr/>
          <p:nvPr/>
        </p:nvGrpSpPr>
        <p:grpSpPr>
          <a:xfrm>
            <a:off x="1969762" y="2562023"/>
            <a:ext cx="27050161" cy="4124025"/>
            <a:chOff x="0" y="-85725"/>
            <a:chExt cx="2758009" cy="420482"/>
          </a:xfrm>
        </p:grpSpPr>
        <p:sp>
          <p:nvSpPr>
            <p:cNvPr id="86" name="Google Shape;86;p1"/>
            <p:cNvSpPr/>
            <p:nvPr/>
          </p:nvSpPr>
          <p:spPr>
            <a:xfrm>
              <a:off x="0" y="0"/>
              <a:ext cx="2758009" cy="334757"/>
            </a:xfrm>
            <a:custGeom>
              <a:rect b="b" l="l" r="r" t="t"/>
              <a:pathLst>
                <a:path extrusionOk="0" h="334757" w="2758009">
                  <a:moveTo>
                    <a:pt x="0" y="0"/>
                  </a:moveTo>
                  <a:lnTo>
                    <a:pt x="2758009" y="0"/>
                  </a:lnTo>
                  <a:lnTo>
                    <a:pt x="2758009" y="334757"/>
                  </a:lnTo>
                  <a:lnTo>
                    <a:pt x="0" y="334757"/>
                  </a:lnTo>
                  <a:close/>
                </a:path>
              </a:pathLst>
            </a:custGeom>
            <a:solidFill>
              <a:srgbClr val="684769"/>
            </a:solidFill>
            <a:ln>
              <a:noFill/>
            </a:ln>
          </p:spPr>
        </p:sp>
        <p:sp>
          <p:nvSpPr>
            <p:cNvPr id="87" name="Google Shape;87;p1"/>
            <p:cNvSpPr txBox="1"/>
            <p:nvPr/>
          </p:nvSpPr>
          <p:spPr>
            <a:xfrm>
              <a:off x="0" y="-85725"/>
              <a:ext cx="2758009" cy="4204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0950" lIns="90950" spcFirstLastPara="1" rIns="90950" wrap="square" tIns="90950">
              <a:noAutofit/>
            </a:bodyPr>
            <a:lstStyle/>
            <a:p>
              <a:pPr indent="0" lvl="0" marL="0" marR="0" rtl="0" algn="ctr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" name="Google Shape;88;p1"/>
          <p:cNvSpPr/>
          <p:nvPr/>
        </p:nvSpPr>
        <p:spPr>
          <a:xfrm>
            <a:off x="19205830" y="40796027"/>
            <a:ext cx="2403973" cy="2403973"/>
          </a:xfrm>
          <a:custGeom>
            <a:rect b="b" l="l" r="r" t="t"/>
            <a:pathLst>
              <a:path extrusionOk="0" h="2403973" w="2403973">
                <a:moveTo>
                  <a:pt x="0" y="0"/>
                </a:moveTo>
                <a:lnTo>
                  <a:pt x="2403973" y="0"/>
                </a:lnTo>
                <a:lnTo>
                  <a:pt x="2403973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>
            <a:off x="12093663" y="40796027"/>
            <a:ext cx="2403973" cy="2403973"/>
          </a:xfrm>
          <a:custGeom>
            <a:rect b="b" l="l" r="r" t="t"/>
            <a:pathLst>
              <a:path extrusionOk="0" h="2403973" w="2403973">
                <a:moveTo>
                  <a:pt x="0" y="0"/>
                </a:moveTo>
                <a:lnTo>
                  <a:pt x="2403972" y="0"/>
                </a:lnTo>
                <a:lnTo>
                  <a:pt x="2403972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"/>
          <p:cNvSpPr/>
          <p:nvPr/>
        </p:nvSpPr>
        <p:spPr>
          <a:xfrm>
            <a:off x="14365077" y="40796027"/>
            <a:ext cx="2403973" cy="2403973"/>
          </a:xfrm>
          <a:custGeom>
            <a:rect b="b" l="l" r="r" t="t"/>
            <a:pathLst>
              <a:path extrusionOk="0" h="2403973" w="2403973">
                <a:moveTo>
                  <a:pt x="0" y="0"/>
                </a:moveTo>
                <a:lnTo>
                  <a:pt x="2403973" y="0"/>
                </a:lnTo>
                <a:lnTo>
                  <a:pt x="2403973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"/>
          <p:cNvSpPr/>
          <p:nvPr/>
        </p:nvSpPr>
        <p:spPr>
          <a:xfrm>
            <a:off x="16769050" y="40796027"/>
            <a:ext cx="2403973" cy="2403973"/>
          </a:xfrm>
          <a:custGeom>
            <a:rect b="b" l="l" r="r" t="t"/>
            <a:pathLst>
              <a:path extrusionOk="0" h="2403973" w="2403973">
                <a:moveTo>
                  <a:pt x="0" y="0"/>
                </a:moveTo>
                <a:lnTo>
                  <a:pt x="2403973" y="0"/>
                </a:lnTo>
                <a:lnTo>
                  <a:pt x="2403973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"/>
          <p:cNvSpPr/>
          <p:nvPr/>
        </p:nvSpPr>
        <p:spPr>
          <a:xfrm>
            <a:off x="9658250" y="40796027"/>
            <a:ext cx="2403973" cy="2403973"/>
          </a:xfrm>
          <a:custGeom>
            <a:rect b="b" l="l" r="r" t="t"/>
            <a:pathLst>
              <a:path extrusionOk="0" h="2403973" w="2403973">
                <a:moveTo>
                  <a:pt x="0" y="0"/>
                </a:moveTo>
                <a:lnTo>
                  <a:pt x="2403973" y="0"/>
                </a:lnTo>
                <a:lnTo>
                  <a:pt x="2403973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3" name="Google Shape;93;p1"/>
          <p:cNvGrpSpPr/>
          <p:nvPr/>
        </p:nvGrpSpPr>
        <p:grpSpPr>
          <a:xfrm>
            <a:off x="16200000" y="36036475"/>
            <a:ext cx="15995641" cy="6399900"/>
            <a:chOff x="0" y="-85725"/>
            <a:chExt cx="1355228" cy="542230"/>
          </a:xfrm>
        </p:grpSpPr>
        <p:sp>
          <p:nvSpPr>
            <p:cNvPr id="94" name="Google Shape;94;p1"/>
            <p:cNvSpPr/>
            <p:nvPr/>
          </p:nvSpPr>
          <p:spPr>
            <a:xfrm>
              <a:off x="0" y="0"/>
              <a:ext cx="1355228" cy="456505"/>
            </a:xfrm>
            <a:custGeom>
              <a:rect b="b" l="l" r="r" t="t"/>
              <a:pathLst>
                <a:path extrusionOk="0" h="456505" w="1355228">
                  <a:moveTo>
                    <a:pt x="0" y="0"/>
                  </a:moveTo>
                  <a:lnTo>
                    <a:pt x="1355228" y="0"/>
                  </a:lnTo>
                  <a:lnTo>
                    <a:pt x="1355228" y="456505"/>
                  </a:lnTo>
                  <a:lnTo>
                    <a:pt x="0" y="4565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5" name="Google Shape;95;p1"/>
            <p:cNvSpPr txBox="1"/>
            <p:nvPr/>
          </p:nvSpPr>
          <p:spPr>
            <a:xfrm>
              <a:off x="0" y="-85725"/>
              <a:ext cx="1355228" cy="542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0950" lIns="90950" spcFirstLastPara="1" rIns="90950" wrap="square" tIns="90950">
              <a:noAutofit/>
            </a:bodyPr>
            <a:lstStyle/>
            <a:p>
              <a:pPr indent="0" lvl="0" marL="0" marR="0" rtl="0" algn="ctr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" name="Google Shape;96;p1"/>
          <p:cNvGrpSpPr/>
          <p:nvPr/>
        </p:nvGrpSpPr>
        <p:grpSpPr>
          <a:xfrm>
            <a:off x="4243405" y="-273004"/>
            <a:ext cx="25513973" cy="3675805"/>
            <a:chOff x="0" y="-85725"/>
            <a:chExt cx="2601381" cy="374782"/>
          </a:xfrm>
        </p:grpSpPr>
        <p:sp>
          <p:nvSpPr>
            <p:cNvPr id="97" name="Google Shape;97;p1"/>
            <p:cNvSpPr/>
            <p:nvPr/>
          </p:nvSpPr>
          <p:spPr>
            <a:xfrm>
              <a:off x="0" y="0"/>
              <a:ext cx="2601381" cy="289057"/>
            </a:xfrm>
            <a:custGeom>
              <a:rect b="b" l="l" r="r" t="t"/>
              <a:pathLst>
                <a:path extrusionOk="0" h="289057" w="2601381">
                  <a:moveTo>
                    <a:pt x="0" y="0"/>
                  </a:moveTo>
                  <a:lnTo>
                    <a:pt x="2601381" y="0"/>
                  </a:lnTo>
                  <a:lnTo>
                    <a:pt x="2601381" y="289057"/>
                  </a:lnTo>
                  <a:lnTo>
                    <a:pt x="0" y="289057"/>
                  </a:lnTo>
                  <a:close/>
                </a:path>
              </a:pathLst>
            </a:custGeom>
            <a:solidFill>
              <a:srgbClr val="099594"/>
            </a:solidFill>
            <a:ln>
              <a:noFill/>
            </a:ln>
          </p:spPr>
        </p:sp>
        <p:sp>
          <p:nvSpPr>
            <p:cNvPr id="98" name="Google Shape;98;p1"/>
            <p:cNvSpPr txBox="1"/>
            <p:nvPr/>
          </p:nvSpPr>
          <p:spPr>
            <a:xfrm>
              <a:off x="0" y="-85725"/>
              <a:ext cx="2601381" cy="3747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0950" lIns="90950" spcFirstLastPara="1" rIns="90950" wrap="square" tIns="90950">
              <a:noAutofit/>
            </a:bodyPr>
            <a:lstStyle/>
            <a:p>
              <a:pPr indent="0" lvl="0" marL="0" marR="0" rtl="0" algn="ctr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p1"/>
          <p:cNvSpPr/>
          <p:nvPr/>
        </p:nvSpPr>
        <p:spPr>
          <a:xfrm>
            <a:off x="2546083" y="40796027"/>
            <a:ext cx="2403973" cy="2403973"/>
          </a:xfrm>
          <a:custGeom>
            <a:rect b="b" l="l" r="r" t="t"/>
            <a:pathLst>
              <a:path extrusionOk="0" h="2403973" w="2403973">
                <a:moveTo>
                  <a:pt x="0" y="0"/>
                </a:moveTo>
                <a:lnTo>
                  <a:pt x="2403973" y="0"/>
                </a:lnTo>
                <a:lnTo>
                  <a:pt x="2403973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p1"/>
          <p:cNvSpPr/>
          <p:nvPr/>
        </p:nvSpPr>
        <p:spPr>
          <a:xfrm>
            <a:off x="4817497" y="40796027"/>
            <a:ext cx="2403973" cy="2403973"/>
          </a:xfrm>
          <a:custGeom>
            <a:rect b="b" l="l" r="r" t="t"/>
            <a:pathLst>
              <a:path extrusionOk="0" h="2403973" w="2403973">
                <a:moveTo>
                  <a:pt x="0" y="0"/>
                </a:moveTo>
                <a:lnTo>
                  <a:pt x="2403973" y="0"/>
                </a:lnTo>
                <a:lnTo>
                  <a:pt x="2403973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"/>
          <p:cNvSpPr/>
          <p:nvPr/>
        </p:nvSpPr>
        <p:spPr>
          <a:xfrm>
            <a:off x="7221470" y="40796027"/>
            <a:ext cx="2403973" cy="2403973"/>
          </a:xfrm>
          <a:custGeom>
            <a:rect b="b" l="l" r="r" t="t"/>
            <a:pathLst>
              <a:path extrusionOk="0" h="2403973" w="2403973">
                <a:moveTo>
                  <a:pt x="0" y="0"/>
                </a:moveTo>
                <a:lnTo>
                  <a:pt x="2403973" y="0"/>
                </a:lnTo>
                <a:lnTo>
                  <a:pt x="2403973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1"/>
          <p:cNvSpPr/>
          <p:nvPr/>
        </p:nvSpPr>
        <p:spPr>
          <a:xfrm>
            <a:off x="28122826" y="-1838108"/>
            <a:ext cx="4323198" cy="9864937"/>
          </a:xfrm>
          <a:custGeom>
            <a:rect b="b" l="l" r="r" t="t"/>
            <a:pathLst>
              <a:path extrusionOk="0" h="9864937" w="4323198">
                <a:moveTo>
                  <a:pt x="0" y="0"/>
                </a:moveTo>
                <a:lnTo>
                  <a:pt x="4323198" y="0"/>
                </a:lnTo>
                <a:lnTo>
                  <a:pt x="4323198" y="9864937"/>
                </a:lnTo>
                <a:lnTo>
                  <a:pt x="0" y="9864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3" name="Google Shape;103;p1"/>
          <p:cNvGrpSpPr/>
          <p:nvPr/>
        </p:nvGrpSpPr>
        <p:grpSpPr>
          <a:xfrm>
            <a:off x="1246323" y="8237246"/>
            <a:ext cx="14247208" cy="2593677"/>
            <a:chOff x="0" y="-85725"/>
            <a:chExt cx="1538292" cy="280043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538292" cy="194318"/>
            </a:xfrm>
            <a:custGeom>
              <a:rect b="b" l="l" r="r" t="t"/>
              <a:pathLst>
                <a:path extrusionOk="0" h="194318" w="1538292">
                  <a:moveTo>
                    <a:pt x="0" y="0"/>
                  </a:moveTo>
                  <a:lnTo>
                    <a:pt x="1538292" y="0"/>
                  </a:lnTo>
                  <a:lnTo>
                    <a:pt x="1538292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684769"/>
            </a:solidFill>
            <a:ln>
              <a:noFill/>
            </a:ln>
          </p:spPr>
        </p:sp>
        <p:sp>
          <p:nvSpPr>
            <p:cNvPr id="105" name="Google Shape;105;p1"/>
            <p:cNvSpPr txBox="1"/>
            <p:nvPr/>
          </p:nvSpPr>
          <p:spPr>
            <a:xfrm>
              <a:off x="0" y="-85725"/>
              <a:ext cx="1538292" cy="2800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41900" spcFirstLastPara="1" rIns="41900" wrap="square" tIns="41900">
              <a:noAutofit/>
            </a:bodyPr>
            <a:lstStyle/>
            <a:p>
              <a:pPr indent="0" lvl="0" marL="0" marR="0" rtl="0" algn="ctr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64994" y="8065912"/>
            <a:ext cx="14247208" cy="2593677"/>
            <a:chOff x="0" y="-85725"/>
            <a:chExt cx="1538292" cy="280043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538292" cy="194318"/>
            </a:xfrm>
            <a:custGeom>
              <a:rect b="b" l="l" r="r" t="t"/>
              <a:pathLst>
                <a:path extrusionOk="0" h="194318" w="1538292">
                  <a:moveTo>
                    <a:pt x="0" y="0"/>
                  </a:moveTo>
                  <a:lnTo>
                    <a:pt x="1538292" y="0"/>
                  </a:lnTo>
                  <a:lnTo>
                    <a:pt x="1538292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099594"/>
            </a:solidFill>
            <a:ln>
              <a:noFill/>
            </a:ln>
          </p:spPr>
        </p:sp>
        <p:sp>
          <p:nvSpPr>
            <p:cNvPr id="108" name="Google Shape;108;p1"/>
            <p:cNvSpPr txBox="1"/>
            <p:nvPr/>
          </p:nvSpPr>
          <p:spPr>
            <a:xfrm>
              <a:off x="0" y="-85725"/>
              <a:ext cx="1538292" cy="2800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41900" spcFirstLastPara="1" rIns="41900" wrap="square" tIns="41900">
              <a:noAutofit/>
            </a:bodyPr>
            <a:lstStyle/>
            <a:p>
              <a:pPr indent="0" lvl="0" marL="0" marR="0" rtl="0" algn="ctr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964994" y="19321806"/>
            <a:ext cx="14528538" cy="7484925"/>
            <a:chOff x="0" y="-85725"/>
            <a:chExt cx="1568667" cy="808158"/>
          </a:xfrm>
        </p:grpSpPr>
        <p:sp>
          <p:nvSpPr>
            <p:cNvPr id="110" name="Google Shape;110;p1"/>
            <p:cNvSpPr/>
            <p:nvPr/>
          </p:nvSpPr>
          <p:spPr>
            <a:xfrm>
              <a:off x="0" y="0"/>
              <a:ext cx="1568667" cy="722433"/>
            </a:xfrm>
            <a:custGeom>
              <a:rect b="b" l="l" r="r" t="t"/>
              <a:pathLst>
                <a:path extrusionOk="0" h="722433" w="1568667">
                  <a:moveTo>
                    <a:pt x="0" y="0"/>
                  </a:moveTo>
                  <a:lnTo>
                    <a:pt x="1568667" y="0"/>
                  </a:lnTo>
                  <a:lnTo>
                    <a:pt x="1568667" y="722433"/>
                  </a:lnTo>
                  <a:lnTo>
                    <a:pt x="0" y="722433"/>
                  </a:lnTo>
                  <a:close/>
                </a:path>
              </a:pathLst>
            </a:custGeom>
            <a:solidFill>
              <a:srgbClr val="684769">
                <a:alpha val="17254"/>
              </a:srgbClr>
            </a:solidFill>
            <a:ln>
              <a:noFill/>
            </a:ln>
          </p:spPr>
        </p:sp>
        <p:sp>
          <p:nvSpPr>
            <p:cNvPr id="111" name="Google Shape;111;p1"/>
            <p:cNvSpPr txBox="1"/>
            <p:nvPr/>
          </p:nvSpPr>
          <p:spPr>
            <a:xfrm>
              <a:off x="0" y="-85725"/>
              <a:ext cx="1568667" cy="808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41900" spcFirstLastPara="1" rIns="41900" wrap="square" tIns="41900">
              <a:noAutofit/>
            </a:bodyPr>
            <a:lstStyle/>
            <a:p>
              <a:pPr indent="0" lvl="0" marL="0" marR="0" rtl="0" algn="ctr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" name="Google Shape;112;p1"/>
          <p:cNvGrpSpPr/>
          <p:nvPr/>
        </p:nvGrpSpPr>
        <p:grpSpPr>
          <a:xfrm>
            <a:off x="1246323" y="18180792"/>
            <a:ext cx="14247208" cy="2593677"/>
            <a:chOff x="0" y="-85725"/>
            <a:chExt cx="1538292" cy="280043"/>
          </a:xfrm>
        </p:grpSpPr>
        <p:sp>
          <p:nvSpPr>
            <p:cNvPr id="113" name="Google Shape;113;p1"/>
            <p:cNvSpPr/>
            <p:nvPr/>
          </p:nvSpPr>
          <p:spPr>
            <a:xfrm>
              <a:off x="0" y="0"/>
              <a:ext cx="1538292" cy="194318"/>
            </a:xfrm>
            <a:custGeom>
              <a:rect b="b" l="l" r="r" t="t"/>
              <a:pathLst>
                <a:path extrusionOk="0" h="194318" w="1538292">
                  <a:moveTo>
                    <a:pt x="0" y="0"/>
                  </a:moveTo>
                  <a:lnTo>
                    <a:pt x="1538292" y="0"/>
                  </a:lnTo>
                  <a:lnTo>
                    <a:pt x="1538292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684769"/>
            </a:solidFill>
            <a:ln>
              <a:noFill/>
            </a:ln>
          </p:spPr>
        </p:sp>
        <p:sp>
          <p:nvSpPr>
            <p:cNvPr id="114" name="Google Shape;114;p1"/>
            <p:cNvSpPr txBox="1"/>
            <p:nvPr/>
          </p:nvSpPr>
          <p:spPr>
            <a:xfrm>
              <a:off x="0" y="-85725"/>
              <a:ext cx="1538292" cy="2800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41900" spcFirstLastPara="1" rIns="41900" wrap="square" tIns="41900">
              <a:noAutofit/>
            </a:bodyPr>
            <a:lstStyle/>
            <a:p>
              <a:pPr indent="0" lvl="0" marL="0" marR="0" rtl="0" algn="ctr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" name="Google Shape;115;p1"/>
          <p:cNvGrpSpPr/>
          <p:nvPr/>
        </p:nvGrpSpPr>
        <p:grpSpPr>
          <a:xfrm>
            <a:off x="964994" y="18009458"/>
            <a:ext cx="14247208" cy="2593677"/>
            <a:chOff x="0" y="-85725"/>
            <a:chExt cx="1538292" cy="280043"/>
          </a:xfrm>
        </p:grpSpPr>
        <p:sp>
          <p:nvSpPr>
            <p:cNvPr id="116" name="Google Shape;116;p1"/>
            <p:cNvSpPr/>
            <p:nvPr/>
          </p:nvSpPr>
          <p:spPr>
            <a:xfrm>
              <a:off x="0" y="0"/>
              <a:ext cx="1538292" cy="194318"/>
            </a:xfrm>
            <a:custGeom>
              <a:rect b="b" l="l" r="r" t="t"/>
              <a:pathLst>
                <a:path extrusionOk="0" h="194318" w="1538292">
                  <a:moveTo>
                    <a:pt x="0" y="0"/>
                  </a:moveTo>
                  <a:lnTo>
                    <a:pt x="1538292" y="0"/>
                  </a:lnTo>
                  <a:lnTo>
                    <a:pt x="1538292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099594"/>
            </a:solidFill>
            <a:ln>
              <a:noFill/>
            </a:ln>
          </p:spPr>
        </p:sp>
        <p:sp>
          <p:nvSpPr>
            <p:cNvPr id="117" name="Google Shape;117;p1"/>
            <p:cNvSpPr txBox="1"/>
            <p:nvPr/>
          </p:nvSpPr>
          <p:spPr>
            <a:xfrm>
              <a:off x="0" y="-85725"/>
              <a:ext cx="1538292" cy="2800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41900" spcFirstLastPara="1" rIns="41900" wrap="square" tIns="41900">
              <a:noAutofit/>
            </a:bodyPr>
            <a:lstStyle/>
            <a:p>
              <a:pPr indent="0" lvl="0" marL="0" marR="0" rtl="0" algn="ctr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" name="Google Shape;118;p1"/>
          <p:cNvGrpSpPr/>
          <p:nvPr/>
        </p:nvGrpSpPr>
        <p:grpSpPr>
          <a:xfrm>
            <a:off x="964994" y="27642710"/>
            <a:ext cx="14628843" cy="14358927"/>
            <a:chOff x="0" y="-85725"/>
            <a:chExt cx="1579497" cy="1550354"/>
          </a:xfrm>
        </p:grpSpPr>
        <p:sp>
          <p:nvSpPr>
            <p:cNvPr id="119" name="Google Shape;119;p1"/>
            <p:cNvSpPr/>
            <p:nvPr/>
          </p:nvSpPr>
          <p:spPr>
            <a:xfrm>
              <a:off x="0" y="0"/>
              <a:ext cx="1579497" cy="1464629"/>
            </a:xfrm>
            <a:custGeom>
              <a:rect b="b" l="l" r="r" t="t"/>
              <a:pathLst>
                <a:path extrusionOk="0" h="1464629" w="1579497">
                  <a:moveTo>
                    <a:pt x="0" y="0"/>
                  </a:moveTo>
                  <a:lnTo>
                    <a:pt x="1579497" y="0"/>
                  </a:lnTo>
                  <a:lnTo>
                    <a:pt x="1579497" y="1464629"/>
                  </a:lnTo>
                  <a:lnTo>
                    <a:pt x="0" y="1464629"/>
                  </a:lnTo>
                  <a:close/>
                </a:path>
              </a:pathLst>
            </a:custGeom>
            <a:solidFill>
              <a:srgbClr val="684769">
                <a:alpha val="17254"/>
              </a:srgbClr>
            </a:solidFill>
            <a:ln>
              <a:noFill/>
            </a:ln>
          </p:spPr>
        </p:sp>
        <p:sp>
          <p:nvSpPr>
            <p:cNvPr id="120" name="Google Shape;120;p1"/>
            <p:cNvSpPr txBox="1"/>
            <p:nvPr/>
          </p:nvSpPr>
          <p:spPr>
            <a:xfrm>
              <a:off x="0" y="-85725"/>
              <a:ext cx="1579496" cy="15503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41900" spcFirstLastPara="1" rIns="41900" wrap="square" tIns="41900">
              <a:noAutofit/>
            </a:bodyPr>
            <a:lstStyle/>
            <a:p>
              <a:pPr indent="0" lvl="0" marL="0" marR="0" rtl="0" algn="ctr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1"/>
          <p:cNvGrpSpPr/>
          <p:nvPr/>
        </p:nvGrpSpPr>
        <p:grpSpPr>
          <a:xfrm>
            <a:off x="1248265" y="26459793"/>
            <a:ext cx="14345563" cy="2593677"/>
            <a:chOff x="0" y="-85725"/>
            <a:chExt cx="1548911" cy="280043"/>
          </a:xfrm>
        </p:grpSpPr>
        <p:sp>
          <p:nvSpPr>
            <p:cNvPr id="122" name="Google Shape;122;p1"/>
            <p:cNvSpPr/>
            <p:nvPr/>
          </p:nvSpPr>
          <p:spPr>
            <a:xfrm>
              <a:off x="0" y="0"/>
              <a:ext cx="1548911" cy="194318"/>
            </a:xfrm>
            <a:custGeom>
              <a:rect b="b" l="l" r="r" t="t"/>
              <a:pathLst>
                <a:path extrusionOk="0" h="194318" w="1548911">
                  <a:moveTo>
                    <a:pt x="0" y="0"/>
                  </a:moveTo>
                  <a:lnTo>
                    <a:pt x="1548911" y="0"/>
                  </a:lnTo>
                  <a:lnTo>
                    <a:pt x="1548911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684769"/>
            </a:solidFill>
            <a:ln>
              <a:noFill/>
            </a:ln>
          </p:spPr>
        </p:sp>
        <p:sp>
          <p:nvSpPr>
            <p:cNvPr id="123" name="Google Shape;123;p1"/>
            <p:cNvSpPr txBox="1"/>
            <p:nvPr/>
          </p:nvSpPr>
          <p:spPr>
            <a:xfrm>
              <a:off x="0" y="-85725"/>
              <a:ext cx="1548911" cy="2800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41900" spcFirstLastPara="1" rIns="41900" wrap="square" tIns="41900">
              <a:noAutofit/>
            </a:bodyPr>
            <a:lstStyle/>
            <a:p>
              <a:pPr indent="0" lvl="0" marL="0" marR="0" rtl="0" algn="ctr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" name="Google Shape;124;p1"/>
          <p:cNvGrpSpPr/>
          <p:nvPr/>
        </p:nvGrpSpPr>
        <p:grpSpPr>
          <a:xfrm>
            <a:off x="964994" y="26288458"/>
            <a:ext cx="14345563" cy="2593677"/>
            <a:chOff x="0" y="-85725"/>
            <a:chExt cx="1548911" cy="280043"/>
          </a:xfrm>
        </p:grpSpPr>
        <p:sp>
          <p:nvSpPr>
            <p:cNvPr id="125" name="Google Shape;125;p1"/>
            <p:cNvSpPr/>
            <p:nvPr/>
          </p:nvSpPr>
          <p:spPr>
            <a:xfrm>
              <a:off x="0" y="0"/>
              <a:ext cx="1548911" cy="194318"/>
            </a:xfrm>
            <a:custGeom>
              <a:rect b="b" l="l" r="r" t="t"/>
              <a:pathLst>
                <a:path extrusionOk="0" h="194318" w="1548911">
                  <a:moveTo>
                    <a:pt x="0" y="0"/>
                  </a:moveTo>
                  <a:lnTo>
                    <a:pt x="1548911" y="0"/>
                  </a:lnTo>
                  <a:lnTo>
                    <a:pt x="1548911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099594"/>
            </a:solidFill>
            <a:ln>
              <a:noFill/>
            </a:ln>
          </p:spPr>
        </p:sp>
        <p:sp>
          <p:nvSpPr>
            <p:cNvPr id="126" name="Google Shape;126;p1"/>
            <p:cNvSpPr txBox="1"/>
            <p:nvPr/>
          </p:nvSpPr>
          <p:spPr>
            <a:xfrm>
              <a:off x="0" y="-85725"/>
              <a:ext cx="1548911" cy="2800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41900" spcFirstLastPara="1" rIns="41900" wrap="square" tIns="41900">
              <a:noAutofit/>
            </a:bodyPr>
            <a:lstStyle/>
            <a:p>
              <a:pPr indent="0" lvl="0" marL="0" marR="0" rtl="0" algn="ctr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" name="Google Shape;127;p1"/>
          <p:cNvGrpSpPr/>
          <p:nvPr/>
        </p:nvGrpSpPr>
        <p:grpSpPr>
          <a:xfrm>
            <a:off x="17724745" y="9222418"/>
            <a:ext cx="13185533" cy="15409979"/>
            <a:chOff x="0" y="-85725"/>
            <a:chExt cx="1423661" cy="1663838"/>
          </a:xfrm>
        </p:grpSpPr>
        <p:sp>
          <p:nvSpPr>
            <p:cNvPr id="128" name="Google Shape;128;p1"/>
            <p:cNvSpPr/>
            <p:nvPr/>
          </p:nvSpPr>
          <p:spPr>
            <a:xfrm>
              <a:off x="0" y="0"/>
              <a:ext cx="1423661" cy="1578113"/>
            </a:xfrm>
            <a:custGeom>
              <a:rect b="b" l="l" r="r" t="t"/>
              <a:pathLst>
                <a:path extrusionOk="0" h="1578113" w="1423661">
                  <a:moveTo>
                    <a:pt x="0" y="0"/>
                  </a:moveTo>
                  <a:lnTo>
                    <a:pt x="1423661" y="0"/>
                  </a:lnTo>
                  <a:lnTo>
                    <a:pt x="1423661" y="1578113"/>
                  </a:lnTo>
                  <a:lnTo>
                    <a:pt x="0" y="1578113"/>
                  </a:lnTo>
                  <a:close/>
                </a:path>
              </a:pathLst>
            </a:custGeom>
            <a:solidFill>
              <a:srgbClr val="684769">
                <a:alpha val="17254"/>
              </a:srgbClr>
            </a:solidFill>
            <a:ln>
              <a:noFill/>
            </a:ln>
          </p:spPr>
        </p:sp>
        <p:sp>
          <p:nvSpPr>
            <p:cNvPr id="129" name="Google Shape;129;p1"/>
            <p:cNvSpPr txBox="1"/>
            <p:nvPr/>
          </p:nvSpPr>
          <p:spPr>
            <a:xfrm>
              <a:off x="0" y="-85725"/>
              <a:ext cx="1423661" cy="16638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41900" spcFirstLastPara="1" rIns="41900" wrap="square" tIns="41900">
              <a:noAutofit/>
            </a:bodyPr>
            <a:lstStyle/>
            <a:p>
              <a:pPr indent="0" lvl="0" marL="0" marR="0" rtl="0" algn="ctr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" name="Google Shape;130;p1"/>
          <p:cNvGrpSpPr/>
          <p:nvPr/>
        </p:nvGrpSpPr>
        <p:grpSpPr>
          <a:xfrm>
            <a:off x="17980069" y="8269724"/>
            <a:ext cx="12930209" cy="2593677"/>
            <a:chOff x="0" y="-85725"/>
            <a:chExt cx="1396093" cy="280043"/>
          </a:xfrm>
        </p:grpSpPr>
        <p:sp>
          <p:nvSpPr>
            <p:cNvPr id="131" name="Google Shape;131;p1"/>
            <p:cNvSpPr/>
            <p:nvPr/>
          </p:nvSpPr>
          <p:spPr>
            <a:xfrm>
              <a:off x="0" y="0"/>
              <a:ext cx="1396093" cy="194318"/>
            </a:xfrm>
            <a:custGeom>
              <a:rect b="b" l="l" r="r" t="t"/>
              <a:pathLst>
                <a:path extrusionOk="0" h="194318" w="1396093">
                  <a:moveTo>
                    <a:pt x="0" y="0"/>
                  </a:moveTo>
                  <a:lnTo>
                    <a:pt x="1396093" y="0"/>
                  </a:lnTo>
                  <a:lnTo>
                    <a:pt x="1396093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684769"/>
            </a:solidFill>
            <a:ln>
              <a:noFill/>
            </a:ln>
          </p:spPr>
        </p:sp>
        <p:sp>
          <p:nvSpPr>
            <p:cNvPr id="132" name="Google Shape;132;p1"/>
            <p:cNvSpPr txBox="1"/>
            <p:nvPr/>
          </p:nvSpPr>
          <p:spPr>
            <a:xfrm>
              <a:off x="0" y="-85725"/>
              <a:ext cx="1396093" cy="2800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41900" spcFirstLastPara="1" rIns="41900" wrap="square" tIns="41900">
              <a:noAutofit/>
            </a:bodyPr>
            <a:lstStyle/>
            <a:p>
              <a:pPr indent="0" lvl="0" marL="0" marR="0" rtl="0" algn="ctr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3" name="Google Shape;133;p1"/>
          <p:cNvGrpSpPr/>
          <p:nvPr/>
        </p:nvGrpSpPr>
        <p:grpSpPr>
          <a:xfrm>
            <a:off x="17724745" y="8098390"/>
            <a:ext cx="12930209" cy="2593677"/>
            <a:chOff x="0" y="-85725"/>
            <a:chExt cx="1396093" cy="280043"/>
          </a:xfrm>
        </p:grpSpPr>
        <p:sp>
          <p:nvSpPr>
            <p:cNvPr id="134" name="Google Shape;134;p1"/>
            <p:cNvSpPr/>
            <p:nvPr/>
          </p:nvSpPr>
          <p:spPr>
            <a:xfrm>
              <a:off x="0" y="0"/>
              <a:ext cx="1396093" cy="194318"/>
            </a:xfrm>
            <a:custGeom>
              <a:rect b="b" l="l" r="r" t="t"/>
              <a:pathLst>
                <a:path extrusionOk="0" h="194318" w="1396093">
                  <a:moveTo>
                    <a:pt x="0" y="0"/>
                  </a:moveTo>
                  <a:lnTo>
                    <a:pt x="1396093" y="0"/>
                  </a:lnTo>
                  <a:lnTo>
                    <a:pt x="1396093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099594"/>
            </a:solidFill>
            <a:ln>
              <a:noFill/>
            </a:ln>
          </p:spPr>
        </p:sp>
        <p:sp>
          <p:nvSpPr>
            <p:cNvPr id="135" name="Google Shape;135;p1"/>
            <p:cNvSpPr txBox="1"/>
            <p:nvPr/>
          </p:nvSpPr>
          <p:spPr>
            <a:xfrm>
              <a:off x="0" y="-85725"/>
              <a:ext cx="1396093" cy="2800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41900" spcFirstLastPara="1" rIns="41900" wrap="square" tIns="41900">
              <a:noAutofit/>
            </a:bodyPr>
            <a:lstStyle/>
            <a:p>
              <a:pPr indent="0" lvl="0" marL="0" marR="0" rtl="0" algn="ctr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" name="Google Shape;136;p1"/>
          <p:cNvGrpSpPr/>
          <p:nvPr/>
        </p:nvGrpSpPr>
        <p:grpSpPr>
          <a:xfrm>
            <a:off x="17724745" y="25792965"/>
            <a:ext cx="13185533" cy="10801112"/>
            <a:chOff x="0" y="-85725"/>
            <a:chExt cx="1423661" cy="1166212"/>
          </a:xfrm>
        </p:grpSpPr>
        <p:sp>
          <p:nvSpPr>
            <p:cNvPr id="137" name="Google Shape;137;p1"/>
            <p:cNvSpPr/>
            <p:nvPr/>
          </p:nvSpPr>
          <p:spPr>
            <a:xfrm>
              <a:off x="0" y="0"/>
              <a:ext cx="1423661" cy="1080487"/>
            </a:xfrm>
            <a:custGeom>
              <a:rect b="b" l="l" r="r" t="t"/>
              <a:pathLst>
                <a:path extrusionOk="0" h="1080487" w="1423661">
                  <a:moveTo>
                    <a:pt x="0" y="0"/>
                  </a:moveTo>
                  <a:lnTo>
                    <a:pt x="1423661" y="0"/>
                  </a:lnTo>
                  <a:lnTo>
                    <a:pt x="1423661" y="1080487"/>
                  </a:lnTo>
                  <a:lnTo>
                    <a:pt x="0" y="1080487"/>
                  </a:lnTo>
                  <a:close/>
                </a:path>
              </a:pathLst>
            </a:custGeom>
            <a:solidFill>
              <a:srgbClr val="684769">
                <a:alpha val="17254"/>
              </a:srgbClr>
            </a:solidFill>
            <a:ln>
              <a:noFill/>
            </a:ln>
          </p:spPr>
        </p:sp>
        <p:sp>
          <p:nvSpPr>
            <p:cNvPr id="138" name="Google Shape;138;p1"/>
            <p:cNvSpPr txBox="1"/>
            <p:nvPr/>
          </p:nvSpPr>
          <p:spPr>
            <a:xfrm>
              <a:off x="0" y="-85725"/>
              <a:ext cx="1423661" cy="1166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41900" spcFirstLastPara="1" rIns="41900" wrap="square" tIns="41900">
              <a:noAutofit/>
            </a:bodyPr>
            <a:lstStyle/>
            <a:p>
              <a:pPr indent="0" lvl="0" marL="0" marR="0" rtl="0" algn="ctr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p1"/>
          <p:cNvGrpSpPr/>
          <p:nvPr/>
        </p:nvGrpSpPr>
        <p:grpSpPr>
          <a:xfrm>
            <a:off x="17980069" y="24202522"/>
            <a:ext cx="12930209" cy="2593677"/>
            <a:chOff x="0" y="-85725"/>
            <a:chExt cx="1396093" cy="280043"/>
          </a:xfrm>
        </p:grpSpPr>
        <p:sp>
          <p:nvSpPr>
            <p:cNvPr id="140" name="Google Shape;140;p1"/>
            <p:cNvSpPr/>
            <p:nvPr/>
          </p:nvSpPr>
          <p:spPr>
            <a:xfrm>
              <a:off x="0" y="0"/>
              <a:ext cx="1396093" cy="194318"/>
            </a:xfrm>
            <a:custGeom>
              <a:rect b="b" l="l" r="r" t="t"/>
              <a:pathLst>
                <a:path extrusionOk="0" h="194318" w="1396093">
                  <a:moveTo>
                    <a:pt x="0" y="0"/>
                  </a:moveTo>
                  <a:lnTo>
                    <a:pt x="1396093" y="0"/>
                  </a:lnTo>
                  <a:lnTo>
                    <a:pt x="1396093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684769"/>
            </a:solidFill>
            <a:ln>
              <a:noFill/>
            </a:ln>
          </p:spPr>
        </p:sp>
        <p:sp>
          <p:nvSpPr>
            <p:cNvPr id="141" name="Google Shape;141;p1"/>
            <p:cNvSpPr txBox="1"/>
            <p:nvPr/>
          </p:nvSpPr>
          <p:spPr>
            <a:xfrm>
              <a:off x="0" y="-85725"/>
              <a:ext cx="1396093" cy="2800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41900" spcFirstLastPara="1" rIns="41900" wrap="square" tIns="41900">
              <a:noAutofit/>
            </a:bodyPr>
            <a:lstStyle/>
            <a:p>
              <a:pPr indent="0" lvl="0" marL="0" marR="0" rtl="0" algn="ctr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p1"/>
          <p:cNvGrpSpPr/>
          <p:nvPr/>
        </p:nvGrpSpPr>
        <p:grpSpPr>
          <a:xfrm>
            <a:off x="17724745" y="24031188"/>
            <a:ext cx="12930209" cy="2593677"/>
            <a:chOff x="0" y="-85725"/>
            <a:chExt cx="1396093" cy="280043"/>
          </a:xfrm>
        </p:grpSpPr>
        <p:sp>
          <p:nvSpPr>
            <p:cNvPr id="143" name="Google Shape;143;p1"/>
            <p:cNvSpPr/>
            <p:nvPr/>
          </p:nvSpPr>
          <p:spPr>
            <a:xfrm>
              <a:off x="0" y="0"/>
              <a:ext cx="1396093" cy="194318"/>
            </a:xfrm>
            <a:custGeom>
              <a:rect b="b" l="l" r="r" t="t"/>
              <a:pathLst>
                <a:path extrusionOk="0" h="194318" w="1396093">
                  <a:moveTo>
                    <a:pt x="0" y="0"/>
                  </a:moveTo>
                  <a:lnTo>
                    <a:pt x="1396093" y="0"/>
                  </a:lnTo>
                  <a:lnTo>
                    <a:pt x="1396093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099594"/>
            </a:solidFill>
            <a:ln>
              <a:noFill/>
            </a:ln>
          </p:spPr>
        </p:sp>
        <p:sp>
          <p:nvSpPr>
            <p:cNvPr id="144" name="Google Shape;144;p1"/>
            <p:cNvSpPr txBox="1"/>
            <p:nvPr/>
          </p:nvSpPr>
          <p:spPr>
            <a:xfrm>
              <a:off x="0" y="-85725"/>
              <a:ext cx="1396093" cy="2800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41900" spcFirstLastPara="1" rIns="41900" wrap="square" tIns="41900">
              <a:noAutofit/>
            </a:bodyPr>
            <a:lstStyle/>
            <a:p>
              <a:pPr indent="0" lvl="0" marL="0" marR="0" rtl="0" algn="ctr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p1"/>
          <p:cNvSpPr txBox="1"/>
          <p:nvPr/>
        </p:nvSpPr>
        <p:spPr>
          <a:xfrm>
            <a:off x="4243405" y="3679595"/>
            <a:ext cx="21934443" cy="1053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437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TÍTULO DO TRABALHO</a:t>
            </a:r>
            <a:endParaRPr/>
          </a:p>
        </p:txBody>
      </p:sp>
      <p:sp>
        <p:nvSpPr>
          <p:cNvPr id="146" name="Google Shape;146;p1"/>
          <p:cNvSpPr txBox="1"/>
          <p:nvPr/>
        </p:nvSpPr>
        <p:spPr>
          <a:xfrm>
            <a:off x="6229239" y="6619373"/>
            <a:ext cx="204717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 Maria Clara Santos ¹, Jorge Henrique Ben ² e Sara Nicolly Oliveira ³ (Nomes tamanho: 30) 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¹Professor(a) do(a) Colégio ou Escola XXXXXX, E-mail XXXX, Cidade, Estado;(Descrição tamanho: 30) 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²Professor(a) do(a) Colégio ou Escola XXXXXX, E-mail XXXX, Cidade, Estado;(Descrição tamanho: 30) 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³Professor(a) do(a) Colégio ou Escola XXXXXX, E-mail XXXX, Cidade, Estado (Descrição tamanho: 30) 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7" name="Google Shape;147;p1"/>
          <p:cNvSpPr txBox="1"/>
          <p:nvPr/>
        </p:nvSpPr>
        <p:spPr>
          <a:xfrm>
            <a:off x="5905502" y="831351"/>
            <a:ext cx="22068704" cy="22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21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MOSTRA DE PROFESSORES</a:t>
            </a:r>
            <a:endParaRPr/>
          </a:p>
        </p:txBody>
      </p:sp>
      <p:sp>
        <p:nvSpPr>
          <p:cNvPr id="148" name="Google Shape;148;p1"/>
          <p:cNvSpPr txBox="1"/>
          <p:nvPr/>
        </p:nvSpPr>
        <p:spPr>
          <a:xfrm>
            <a:off x="1248265" y="9222291"/>
            <a:ext cx="13674509" cy="11510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92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INTRODUÇÃO</a:t>
            </a:r>
            <a:endParaRPr/>
          </a:p>
        </p:txBody>
      </p:sp>
      <p:sp>
        <p:nvSpPr>
          <p:cNvPr id="149" name="Google Shape;149;p1"/>
          <p:cNvSpPr txBox="1"/>
          <p:nvPr/>
        </p:nvSpPr>
        <p:spPr>
          <a:xfrm>
            <a:off x="1246323" y="19165837"/>
            <a:ext cx="13676451" cy="11510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92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OBJETIVOS</a:t>
            </a:r>
            <a:endParaRPr/>
          </a:p>
        </p:txBody>
      </p:sp>
      <p:sp>
        <p:nvSpPr>
          <p:cNvPr id="150" name="Google Shape;150;p1"/>
          <p:cNvSpPr txBox="1"/>
          <p:nvPr/>
        </p:nvSpPr>
        <p:spPr>
          <a:xfrm>
            <a:off x="1248265" y="27444838"/>
            <a:ext cx="13923486" cy="11510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92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METODOLOGIA</a:t>
            </a:r>
            <a:endParaRPr/>
          </a:p>
        </p:txBody>
      </p:sp>
      <p:sp>
        <p:nvSpPr>
          <p:cNvPr id="151" name="Google Shape;151;p1"/>
          <p:cNvSpPr txBox="1"/>
          <p:nvPr/>
        </p:nvSpPr>
        <p:spPr>
          <a:xfrm>
            <a:off x="17971036" y="9365198"/>
            <a:ext cx="12683918" cy="924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96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RESULTADOS E DISCUSSÃO</a:t>
            </a:r>
            <a:endParaRPr/>
          </a:p>
        </p:txBody>
      </p:sp>
      <p:sp>
        <p:nvSpPr>
          <p:cNvPr id="152" name="Google Shape;152;p1"/>
          <p:cNvSpPr txBox="1"/>
          <p:nvPr/>
        </p:nvSpPr>
        <p:spPr>
          <a:xfrm>
            <a:off x="17820461" y="25310198"/>
            <a:ext cx="12919256" cy="10806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621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CONCLUSÕES</a:t>
            </a:r>
            <a:endParaRPr/>
          </a:p>
        </p:txBody>
      </p:sp>
      <p:sp>
        <p:nvSpPr>
          <p:cNvPr id="153" name="Google Shape;153;p1"/>
          <p:cNvSpPr/>
          <p:nvPr/>
        </p:nvSpPr>
        <p:spPr>
          <a:xfrm>
            <a:off x="27869094" y="39711105"/>
            <a:ext cx="4520413" cy="1767000"/>
          </a:xfrm>
          <a:custGeom>
            <a:rect b="b" l="l" r="r" t="t"/>
            <a:pathLst>
              <a:path extrusionOk="0" h="1767000" w="4520413">
                <a:moveTo>
                  <a:pt x="0" y="0"/>
                </a:moveTo>
                <a:lnTo>
                  <a:pt x="4520412" y="0"/>
                </a:lnTo>
                <a:lnTo>
                  <a:pt x="4520412" y="1767000"/>
                </a:lnTo>
                <a:lnTo>
                  <a:pt x="0" y="176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295600" l="0" r="0" t="0"/>
            </a:stretch>
          </a:blipFill>
          <a:ln>
            <a:noFill/>
          </a:ln>
        </p:spPr>
      </p:sp>
      <p:sp>
        <p:nvSpPr>
          <p:cNvPr id="154" name="Google Shape;154;p1"/>
          <p:cNvSpPr/>
          <p:nvPr/>
        </p:nvSpPr>
        <p:spPr>
          <a:xfrm>
            <a:off x="28571868" y="36794878"/>
            <a:ext cx="3114865" cy="3639784"/>
          </a:xfrm>
          <a:custGeom>
            <a:rect b="b" l="l" r="r" t="t"/>
            <a:pathLst>
              <a:path extrusionOk="0" h="3639784" w="3114865">
                <a:moveTo>
                  <a:pt x="0" y="0"/>
                </a:moveTo>
                <a:lnTo>
                  <a:pt x="3114864" y="0"/>
                </a:lnTo>
                <a:lnTo>
                  <a:pt x="3114864" y="3639783"/>
                </a:lnTo>
                <a:lnTo>
                  <a:pt x="0" y="3639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1"/>
          <p:cNvSpPr/>
          <p:nvPr/>
        </p:nvSpPr>
        <p:spPr>
          <a:xfrm>
            <a:off x="28356571" y="41386148"/>
            <a:ext cx="3335656" cy="1050227"/>
          </a:xfrm>
          <a:custGeom>
            <a:rect b="b" l="l" r="r" t="t"/>
            <a:pathLst>
              <a:path extrusionOk="0" h="1050227" w="3335656">
                <a:moveTo>
                  <a:pt x="0" y="0"/>
                </a:moveTo>
                <a:lnTo>
                  <a:pt x="3335656" y="0"/>
                </a:lnTo>
                <a:lnTo>
                  <a:pt x="3335656" y="1050227"/>
                </a:lnTo>
                <a:lnTo>
                  <a:pt x="0" y="10502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390574" l="-22203" r="-25552" t="-235062"/>
            </a:stretch>
          </a:blipFill>
          <a:ln>
            <a:noFill/>
          </a:ln>
        </p:spPr>
      </p:sp>
      <p:sp>
        <p:nvSpPr>
          <p:cNvPr id="156" name="Google Shape;156;p1"/>
          <p:cNvSpPr/>
          <p:nvPr/>
        </p:nvSpPr>
        <p:spPr>
          <a:xfrm>
            <a:off x="24000690" y="37447405"/>
            <a:ext cx="4690637" cy="2662466"/>
          </a:xfrm>
          <a:custGeom>
            <a:rect b="b" l="l" r="r" t="t"/>
            <a:pathLst>
              <a:path extrusionOk="0" h="2662466" w="4690637">
                <a:moveTo>
                  <a:pt x="0" y="0"/>
                </a:moveTo>
                <a:lnTo>
                  <a:pt x="4690636" y="0"/>
                </a:lnTo>
                <a:lnTo>
                  <a:pt x="4690636" y="2662466"/>
                </a:lnTo>
                <a:lnTo>
                  <a:pt x="0" y="2662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76171" l="0" r="0" t="0"/>
            </a:stretch>
          </a:blipFill>
          <a:ln>
            <a:noFill/>
          </a:ln>
        </p:spPr>
      </p:sp>
      <p:sp>
        <p:nvSpPr>
          <p:cNvPr id="157" name="Google Shape;157;p1"/>
          <p:cNvSpPr txBox="1"/>
          <p:nvPr/>
        </p:nvSpPr>
        <p:spPr>
          <a:xfrm>
            <a:off x="24281103" y="40475005"/>
            <a:ext cx="4129810" cy="1526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93" u="none" cap="none" strike="noStrike">
                <a:solidFill>
                  <a:srgbClr val="050A30"/>
                </a:solidFill>
                <a:latin typeface="Open Sans"/>
                <a:ea typeface="Open Sans"/>
                <a:cs typeface="Open Sans"/>
                <a:sym typeface="Open Sans"/>
              </a:rPr>
              <a:t>MOSTRA CIENTÍFICA DO SERTÃO DO MOXOTÓ IPANEMA</a:t>
            </a:r>
            <a:endParaRPr/>
          </a:p>
        </p:txBody>
      </p:sp>
      <p:sp>
        <p:nvSpPr>
          <p:cNvPr id="158" name="Google Shape;158;p1"/>
          <p:cNvSpPr/>
          <p:nvPr/>
        </p:nvSpPr>
        <p:spPr>
          <a:xfrm>
            <a:off x="16881391" y="37337027"/>
            <a:ext cx="6857899" cy="1864512"/>
          </a:xfrm>
          <a:custGeom>
            <a:rect b="b" l="l" r="r" t="t"/>
            <a:pathLst>
              <a:path extrusionOk="0" h="1864512" w="6857899">
                <a:moveTo>
                  <a:pt x="0" y="0"/>
                </a:moveTo>
                <a:lnTo>
                  <a:pt x="6857899" y="0"/>
                </a:lnTo>
                <a:lnTo>
                  <a:pt x="6857899" y="1864513"/>
                </a:lnTo>
                <a:lnTo>
                  <a:pt x="0" y="18645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9" name="Google Shape;159;p1"/>
          <p:cNvSpPr/>
          <p:nvPr/>
        </p:nvSpPr>
        <p:spPr>
          <a:xfrm>
            <a:off x="17520707" y="39370920"/>
            <a:ext cx="5718033" cy="1744000"/>
          </a:xfrm>
          <a:custGeom>
            <a:rect b="b" l="l" r="r" t="t"/>
            <a:pathLst>
              <a:path extrusionOk="0" h="1744000" w="5718033">
                <a:moveTo>
                  <a:pt x="0" y="0"/>
                </a:moveTo>
                <a:lnTo>
                  <a:pt x="5718032" y="0"/>
                </a:lnTo>
                <a:lnTo>
                  <a:pt x="5718032" y="1744000"/>
                </a:lnTo>
                <a:lnTo>
                  <a:pt x="0" y="1744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0" name="Google Shape;160;p1"/>
          <p:cNvGrpSpPr/>
          <p:nvPr/>
        </p:nvGrpSpPr>
        <p:grpSpPr>
          <a:xfrm>
            <a:off x="16465151" y="41266896"/>
            <a:ext cx="7793966" cy="971369"/>
            <a:chOff x="0" y="0"/>
            <a:chExt cx="10391956" cy="1295159"/>
          </a:xfrm>
        </p:grpSpPr>
        <p:sp>
          <p:nvSpPr>
            <p:cNvPr id="161" name="Google Shape;161;p1"/>
            <p:cNvSpPr/>
            <p:nvPr/>
          </p:nvSpPr>
          <p:spPr>
            <a:xfrm>
              <a:off x="2080443" y="152586"/>
              <a:ext cx="4125115" cy="1069555"/>
            </a:xfrm>
            <a:custGeom>
              <a:rect b="b" l="l" r="r" t="t"/>
              <a:pathLst>
                <a:path extrusionOk="0" h="1069555" w="4125115">
                  <a:moveTo>
                    <a:pt x="0" y="0"/>
                  </a:moveTo>
                  <a:lnTo>
                    <a:pt x="4125116" y="0"/>
                  </a:lnTo>
                  <a:lnTo>
                    <a:pt x="4125116" y="1069554"/>
                  </a:lnTo>
                  <a:lnTo>
                    <a:pt x="0" y="106955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2">
                <a:alphaModFix/>
              </a:blip>
              <a:stretch>
                <a:fillRect b="0" l="-29637" r="0" t="0"/>
              </a:stretch>
            </a:blipFill>
            <a:ln>
              <a:noFill/>
            </a:ln>
          </p:spPr>
        </p:sp>
        <p:sp>
          <p:nvSpPr>
            <p:cNvPr id="162" name="Google Shape;162;p1"/>
            <p:cNvSpPr/>
            <p:nvPr/>
          </p:nvSpPr>
          <p:spPr>
            <a:xfrm>
              <a:off x="0" y="0"/>
              <a:ext cx="2214777" cy="1012847"/>
            </a:xfrm>
            <a:custGeom>
              <a:rect b="b" l="l" r="r" t="t"/>
              <a:pathLst>
                <a:path extrusionOk="0" h="1012847" w="2214777">
                  <a:moveTo>
                    <a:pt x="0" y="0"/>
                  </a:moveTo>
                  <a:lnTo>
                    <a:pt x="2214777" y="0"/>
                  </a:lnTo>
                  <a:lnTo>
                    <a:pt x="2214777" y="1012847"/>
                  </a:lnTo>
                  <a:lnTo>
                    <a:pt x="0" y="101284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3">
                <a:alphaModFix/>
              </a:blip>
              <a:stretch>
                <a:fillRect b="-76648" l="-49979" r="-191107" t="-400918"/>
              </a:stretch>
            </a:blipFill>
            <a:ln>
              <a:noFill/>
            </a:ln>
          </p:spPr>
        </p:sp>
        <p:sp>
          <p:nvSpPr>
            <p:cNvPr id="163" name="Google Shape;163;p1"/>
            <p:cNvSpPr/>
            <p:nvPr/>
          </p:nvSpPr>
          <p:spPr>
            <a:xfrm>
              <a:off x="5980114" y="152586"/>
              <a:ext cx="4411842" cy="1142573"/>
            </a:xfrm>
            <a:custGeom>
              <a:rect b="b" l="l" r="r" t="t"/>
              <a:pathLst>
                <a:path extrusionOk="0" h="1142573" w="4411842">
                  <a:moveTo>
                    <a:pt x="0" y="0"/>
                  </a:moveTo>
                  <a:lnTo>
                    <a:pt x="4411843" y="0"/>
                  </a:lnTo>
                  <a:lnTo>
                    <a:pt x="4411843" y="1142573"/>
                  </a:lnTo>
                  <a:lnTo>
                    <a:pt x="0" y="114257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4">
                <a:alphaModFix/>
              </a:blip>
              <a:stretch>
                <a:fillRect b="-89110" l="0" r="0" t="-68144"/>
              </a:stretch>
            </a:blipFill>
            <a:ln>
              <a:noFill/>
            </a:ln>
          </p:spPr>
        </p:sp>
      </p:grpSp>
      <p:sp>
        <p:nvSpPr>
          <p:cNvPr id="164" name="Google Shape;164;p1"/>
          <p:cNvSpPr/>
          <p:nvPr/>
        </p:nvSpPr>
        <p:spPr>
          <a:xfrm>
            <a:off x="29582010" y="786619"/>
            <a:ext cx="615775" cy="1005347"/>
          </a:xfrm>
          <a:custGeom>
            <a:rect b="b" l="l" r="r" t="t"/>
            <a:pathLst>
              <a:path extrusionOk="0" h="1005347" w="615775">
                <a:moveTo>
                  <a:pt x="0" y="0"/>
                </a:moveTo>
                <a:lnTo>
                  <a:pt x="615775" y="0"/>
                </a:lnTo>
                <a:lnTo>
                  <a:pt x="615775" y="1005346"/>
                </a:lnTo>
                <a:lnTo>
                  <a:pt x="0" y="10053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5" name="Google Shape;165;p1"/>
          <p:cNvSpPr/>
          <p:nvPr/>
        </p:nvSpPr>
        <p:spPr>
          <a:xfrm>
            <a:off x="29019923" y="1791965"/>
            <a:ext cx="2355724" cy="2717490"/>
          </a:xfrm>
          <a:custGeom>
            <a:rect b="b" l="l" r="r" t="t"/>
            <a:pathLst>
              <a:path extrusionOk="0" h="2717490" w="2355724">
                <a:moveTo>
                  <a:pt x="0" y="0"/>
                </a:moveTo>
                <a:lnTo>
                  <a:pt x="2355724" y="0"/>
                </a:lnTo>
                <a:lnTo>
                  <a:pt x="2355724" y="2717490"/>
                </a:lnTo>
                <a:lnTo>
                  <a:pt x="0" y="27174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6" name="Google Shape;166;p1"/>
          <p:cNvSpPr/>
          <p:nvPr/>
        </p:nvSpPr>
        <p:spPr>
          <a:xfrm>
            <a:off x="28284503" y="6686048"/>
            <a:ext cx="3911138" cy="1094154"/>
          </a:xfrm>
          <a:custGeom>
            <a:rect b="b" l="l" r="r" t="t"/>
            <a:pathLst>
              <a:path extrusionOk="0" h="1094154" w="3911138">
                <a:moveTo>
                  <a:pt x="0" y="0"/>
                </a:moveTo>
                <a:lnTo>
                  <a:pt x="3911138" y="0"/>
                </a:lnTo>
                <a:lnTo>
                  <a:pt x="3911138" y="1094154"/>
                </a:lnTo>
                <a:lnTo>
                  <a:pt x="0" y="10941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" name="Google Shape;167;p1"/>
          <p:cNvSpPr/>
          <p:nvPr/>
        </p:nvSpPr>
        <p:spPr>
          <a:xfrm>
            <a:off x="28446739" y="4719005"/>
            <a:ext cx="3641518" cy="1760067"/>
          </a:xfrm>
          <a:custGeom>
            <a:rect b="b" l="l" r="r" t="t"/>
            <a:pathLst>
              <a:path extrusionOk="0" h="1760067" w="3641518">
                <a:moveTo>
                  <a:pt x="0" y="0"/>
                </a:moveTo>
                <a:lnTo>
                  <a:pt x="3641518" y="0"/>
                </a:lnTo>
                <a:lnTo>
                  <a:pt x="3641518" y="1760067"/>
                </a:lnTo>
                <a:lnTo>
                  <a:pt x="0" y="17600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image5.png" id="168" name="Google Shape;168;p1"/>
          <p:cNvSpPr/>
          <p:nvPr/>
        </p:nvSpPr>
        <p:spPr>
          <a:xfrm rot="10800000">
            <a:off x="58930" y="77864"/>
            <a:ext cx="5846544" cy="5871159"/>
          </a:xfrm>
          <a:custGeom>
            <a:rect b="b" l="l" r="r" t="t"/>
            <a:pathLst>
              <a:path extrusionOk="0" h="9965690" w="9923907">
                <a:moveTo>
                  <a:pt x="9923907" y="9965690"/>
                </a:moveTo>
                <a:lnTo>
                  <a:pt x="0" y="9965690"/>
                </a:lnTo>
                <a:lnTo>
                  <a:pt x="0" y="0"/>
                </a:lnTo>
                <a:lnTo>
                  <a:pt x="9923907" y="0"/>
                </a:lnTo>
                <a:lnTo>
                  <a:pt x="9923907" y="9965690"/>
                </a:lnTo>
                <a:close/>
              </a:path>
            </a:pathLst>
          </a:custGeom>
          <a:blipFill rotWithShape="1">
            <a:blip r:embed="rId19">
              <a:alphaModFix/>
            </a:blip>
            <a:stretch>
              <a:fillRect b="-99485" l="0" r="-100324" t="0"/>
            </a:stretch>
          </a:blipFill>
          <a:ln>
            <a:noFill/>
          </a:ln>
        </p:spPr>
      </p:sp>
      <p:sp>
        <p:nvSpPr>
          <p:cNvPr descr="image4.png" id="169" name="Google Shape;169;p1"/>
          <p:cNvSpPr/>
          <p:nvPr/>
        </p:nvSpPr>
        <p:spPr>
          <a:xfrm rot="10800000">
            <a:off x="-155980" y="89995"/>
            <a:ext cx="1950682" cy="1945682"/>
          </a:xfrm>
          <a:custGeom>
            <a:rect b="b" l="l" r="r" t="t"/>
            <a:pathLst>
              <a:path extrusionOk="0" h="3212465" w="3220720">
                <a:moveTo>
                  <a:pt x="3220720" y="3212465"/>
                </a:moveTo>
                <a:lnTo>
                  <a:pt x="0" y="3212465"/>
                </a:lnTo>
                <a:lnTo>
                  <a:pt x="0" y="0"/>
                </a:lnTo>
                <a:lnTo>
                  <a:pt x="3220720" y="0"/>
                </a:lnTo>
                <a:lnTo>
                  <a:pt x="3220720" y="3212465"/>
                </a:lnTo>
                <a:close/>
              </a:path>
            </a:pathLst>
          </a:custGeom>
          <a:blipFill rotWithShape="1">
            <a:blip r:embed="rId20">
              <a:alphaModFix/>
            </a:blip>
            <a:stretch>
              <a:fillRect b="-98416" l="0" r="-97902" t="0"/>
            </a:stretch>
          </a:blipFill>
          <a:ln>
            <a:noFill/>
          </a:ln>
        </p:spPr>
      </p:sp>
      <p:grpSp>
        <p:nvGrpSpPr>
          <p:cNvPr id="170" name="Google Shape;170;p1"/>
          <p:cNvGrpSpPr/>
          <p:nvPr/>
        </p:nvGrpSpPr>
        <p:grpSpPr>
          <a:xfrm>
            <a:off x="964994" y="10069441"/>
            <a:ext cx="14528538" cy="8457752"/>
            <a:chOff x="0" y="-85725"/>
            <a:chExt cx="1568667" cy="913196"/>
          </a:xfrm>
        </p:grpSpPr>
        <p:sp>
          <p:nvSpPr>
            <p:cNvPr id="171" name="Google Shape;171;p1"/>
            <p:cNvSpPr/>
            <p:nvPr/>
          </p:nvSpPr>
          <p:spPr>
            <a:xfrm>
              <a:off x="0" y="0"/>
              <a:ext cx="1568667" cy="827471"/>
            </a:xfrm>
            <a:custGeom>
              <a:rect b="b" l="l" r="r" t="t"/>
              <a:pathLst>
                <a:path extrusionOk="0" h="827471" w="1568667">
                  <a:moveTo>
                    <a:pt x="0" y="0"/>
                  </a:moveTo>
                  <a:lnTo>
                    <a:pt x="1568667" y="0"/>
                  </a:lnTo>
                  <a:lnTo>
                    <a:pt x="1568667" y="827471"/>
                  </a:lnTo>
                  <a:lnTo>
                    <a:pt x="0" y="827471"/>
                  </a:lnTo>
                  <a:close/>
                </a:path>
              </a:pathLst>
            </a:custGeom>
            <a:solidFill>
              <a:srgbClr val="684769">
                <a:alpha val="17254"/>
              </a:srgbClr>
            </a:solidFill>
            <a:ln>
              <a:noFill/>
            </a:ln>
          </p:spPr>
        </p:sp>
        <p:sp>
          <p:nvSpPr>
            <p:cNvPr id="172" name="Google Shape;172;p1"/>
            <p:cNvSpPr txBox="1"/>
            <p:nvPr/>
          </p:nvSpPr>
          <p:spPr>
            <a:xfrm>
              <a:off x="0" y="-85725"/>
              <a:ext cx="1568667" cy="9131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41900" spcFirstLastPara="1" rIns="41900" wrap="square" tIns="41900">
              <a:noAutofit/>
            </a:bodyPr>
            <a:lstStyle/>
            <a:p>
              <a:pPr indent="0" lvl="0" marL="0" marR="0" rtl="0" algn="ctr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9E6D7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"/>
          <p:cNvSpPr/>
          <p:nvPr/>
        </p:nvSpPr>
        <p:spPr>
          <a:xfrm>
            <a:off x="0" y="0"/>
            <a:ext cx="29160000" cy="46102767"/>
          </a:xfrm>
          <a:custGeom>
            <a:rect b="b" l="l" r="r" t="t"/>
            <a:pathLst>
              <a:path extrusionOk="0" h="46102767" w="29160000">
                <a:moveTo>
                  <a:pt x="0" y="0"/>
                </a:moveTo>
                <a:lnTo>
                  <a:pt x="29160000" y="0"/>
                </a:lnTo>
                <a:lnTo>
                  <a:pt x="29160000" y="46102767"/>
                </a:lnTo>
                <a:lnTo>
                  <a:pt x="0" y="461027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8" name="Google Shape;178;p2"/>
          <p:cNvGrpSpPr/>
          <p:nvPr/>
        </p:nvGrpSpPr>
        <p:grpSpPr>
          <a:xfrm>
            <a:off x="3081529" y="232917"/>
            <a:ext cx="6737049" cy="3278868"/>
            <a:chOff x="0" y="0"/>
            <a:chExt cx="337704" cy="164358"/>
          </a:xfrm>
        </p:grpSpPr>
        <p:sp>
          <p:nvSpPr>
            <p:cNvPr id="179" name="Google Shape;179;p2"/>
            <p:cNvSpPr/>
            <p:nvPr/>
          </p:nvSpPr>
          <p:spPr>
            <a:xfrm>
              <a:off x="0" y="0"/>
              <a:ext cx="337704" cy="164358"/>
            </a:xfrm>
            <a:custGeom>
              <a:rect b="b" l="l" r="r" t="t"/>
              <a:pathLst>
                <a:path extrusionOk="0" h="164358" w="337704">
                  <a:moveTo>
                    <a:pt x="337704" y="50563"/>
                  </a:moveTo>
                  <a:lnTo>
                    <a:pt x="337704" y="113795"/>
                  </a:lnTo>
                  <a:cubicBezTo>
                    <a:pt x="337704" y="127205"/>
                    <a:pt x="332376" y="140066"/>
                    <a:pt x="322894" y="149548"/>
                  </a:cubicBezTo>
                  <a:cubicBezTo>
                    <a:pt x="313412" y="159031"/>
                    <a:pt x="300551" y="164358"/>
                    <a:pt x="287141" y="164358"/>
                  </a:cubicBezTo>
                  <a:lnTo>
                    <a:pt x="50563" y="164358"/>
                  </a:lnTo>
                  <a:cubicBezTo>
                    <a:pt x="22638" y="164358"/>
                    <a:pt x="0" y="141720"/>
                    <a:pt x="0" y="113795"/>
                  </a:cubicBezTo>
                  <a:lnTo>
                    <a:pt x="0" y="50563"/>
                  </a:lnTo>
                  <a:cubicBezTo>
                    <a:pt x="0" y="37153"/>
                    <a:pt x="5327" y="24292"/>
                    <a:pt x="14810" y="14810"/>
                  </a:cubicBezTo>
                  <a:cubicBezTo>
                    <a:pt x="24292" y="5327"/>
                    <a:pt x="37153" y="0"/>
                    <a:pt x="50563" y="0"/>
                  </a:cubicBezTo>
                  <a:lnTo>
                    <a:pt x="287141" y="0"/>
                  </a:lnTo>
                  <a:cubicBezTo>
                    <a:pt x="300551" y="0"/>
                    <a:pt x="313412" y="5327"/>
                    <a:pt x="322894" y="14810"/>
                  </a:cubicBezTo>
                  <a:cubicBezTo>
                    <a:pt x="332376" y="24292"/>
                    <a:pt x="337704" y="37153"/>
                    <a:pt x="337704" y="50563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266700">
              <a:solidFill>
                <a:srgbClr val="E81F3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"/>
            <p:cNvSpPr txBox="1"/>
            <p:nvPr/>
          </p:nvSpPr>
          <p:spPr>
            <a:xfrm>
              <a:off x="0" y="19050"/>
              <a:ext cx="337704" cy="1453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1" name="Google Shape;181;p2"/>
          <p:cNvSpPr txBox="1"/>
          <p:nvPr/>
        </p:nvSpPr>
        <p:spPr>
          <a:xfrm>
            <a:off x="18246259" y="9402879"/>
            <a:ext cx="13582239" cy="11530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7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Para editar o documento, acesse o menu “</a:t>
            </a:r>
            <a:r>
              <a:rPr b="1" i="0" lang="en-US" sz="10778" u="none" cap="none" strike="noStrike">
                <a:solidFill>
                  <a:srgbClr val="FFFFFF"/>
                </a:solidFill>
                <a:latin typeface="Poppins Black"/>
                <a:ea typeface="Poppins Black"/>
                <a:cs typeface="Poppins Black"/>
                <a:sym typeface="Poppins Black"/>
              </a:rPr>
              <a:t>Arquivo</a:t>
            </a:r>
            <a:r>
              <a:rPr b="0" i="0" lang="en-US" sz="1077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” e, na sequência, escolha a opção “</a:t>
            </a:r>
            <a:r>
              <a:rPr b="1" i="0" lang="en-US" sz="10778" u="none" cap="none" strike="noStrike">
                <a:solidFill>
                  <a:srgbClr val="FFFFFF"/>
                </a:solidFill>
                <a:latin typeface="Poppins Black"/>
                <a:ea typeface="Poppins Black"/>
                <a:cs typeface="Poppins Black"/>
                <a:sym typeface="Poppins Black"/>
              </a:rPr>
              <a:t>Fazer uma cópia</a:t>
            </a:r>
            <a:r>
              <a:rPr b="0" i="0" lang="en-US" sz="1077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”.</a:t>
            </a:r>
            <a:endParaRPr/>
          </a:p>
        </p:txBody>
      </p:sp>
      <p:grpSp>
        <p:nvGrpSpPr>
          <p:cNvPr id="182" name="Google Shape;182;p2"/>
          <p:cNvGrpSpPr/>
          <p:nvPr/>
        </p:nvGrpSpPr>
        <p:grpSpPr>
          <a:xfrm>
            <a:off x="3081529" y="24540920"/>
            <a:ext cx="14525931" cy="3278868"/>
            <a:chOff x="0" y="0"/>
            <a:chExt cx="728132" cy="164358"/>
          </a:xfrm>
        </p:grpSpPr>
        <p:sp>
          <p:nvSpPr>
            <p:cNvPr id="183" name="Google Shape;183;p2"/>
            <p:cNvSpPr/>
            <p:nvPr/>
          </p:nvSpPr>
          <p:spPr>
            <a:xfrm>
              <a:off x="0" y="0"/>
              <a:ext cx="728132" cy="164358"/>
            </a:xfrm>
            <a:custGeom>
              <a:rect b="b" l="l" r="r" t="t"/>
              <a:pathLst>
                <a:path extrusionOk="0" h="164358" w="728132">
                  <a:moveTo>
                    <a:pt x="728132" y="23451"/>
                  </a:moveTo>
                  <a:lnTo>
                    <a:pt x="728132" y="140907"/>
                  </a:lnTo>
                  <a:cubicBezTo>
                    <a:pt x="728132" y="147126"/>
                    <a:pt x="725661" y="153091"/>
                    <a:pt x="721263" y="157489"/>
                  </a:cubicBezTo>
                  <a:cubicBezTo>
                    <a:pt x="716865" y="161887"/>
                    <a:pt x="710901" y="164358"/>
                    <a:pt x="704681" y="164358"/>
                  </a:cubicBezTo>
                  <a:lnTo>
                    <a:pt x="23451" y="164358"/>
                  </a:lnTo>
                  <a:cubicBezTo>
                    <a:pt x="17231" y="164358"/>
                    <a:pt x="11266" y="161887"/>
                    <a:pt x="6869" y="157489"/>
                  </a:cubicBezTo>
                  <a:cubicBezTo>
                    <a:pt x="2471" y="153091"/>
                    <a:pt x="0" y="147126"/>
                    <a:pt x="0" y="140907"/>
                  </a:cubicBezTo>
                  <a:lnTo>
                    <a:pt x="0" y="23451"/>
                  </a:lnTo>
                  <a:cubicBezTo>
                    <a:pt x="0" y="17231"/>
                    <a:pt x="2471" y="11266"/>
                    <a:pt x="6869" y="6869"/>
                  </a:cubicBezTo>
                  <a:cubicBezTo>
                    <a:pt x="11266" y="2471"/>
                    <a:pt x="17231" y="0"/>
                    <a:pt x="23451" y="0"/>
                  </a:cubicBezTo>
                  <a:lnTo>
                    <a:pt x="704681" y="0"/>
                  </a:lnTo>
                  <a:cubicBezTo>
                    <a:pt x="710901" y="0"/>
                    <a:pt x="716865" y="2471"/>
                    <a:pt x="721263" y="6869"/>
                  </a:cubicBezTo>
                  <a:cubicBezTo>
                    <a:pt x="725661" y="11266"/>
                    <a:pt x="728132" y="17231"/>
                    <a:pt x="728132" y="23451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142875">
              <a:solidFill>
                <a:srgbClr val="E81F3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"/>
            <p:cNvSpPr txBox="1"/>
            <p:nvPr/>
          </p:nvSpPr>
          <p:spPr>
            <a:xfrm>
              <a:off x="0" y="19050"/>
              <a:ext cx="728132" cy="1453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