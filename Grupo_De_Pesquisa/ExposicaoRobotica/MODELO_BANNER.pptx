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3238500" cy="4318000"/>
  <p:notesSz cx="3238500" cy="431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2887" y="1338580"/>
            <a:ext cx="2752725" cy="906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5775" y="2418080"/>
            <a:ext cx="2266950" cy="107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61925" y="993140"/>
            <a:ext cx="1408747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667827" y="993140"/>
            <a:ext cx="1408747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3238500" cy="43148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30177"/>
            <a:ext cx="3237738" cy="348464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3238500" cy="41548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3846" y="190157"/>
            <a:ext cx="1200452" cy="104607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718" y="109715"/>
            <a:ext cx="1875104" cy="153245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903" y="1869846"/>
            <a:ext cx="571101" cy="19988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5618" y="922060"/>
            <a:ext cx="770983" cy="67580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6547" y="3040113"/>
            <a:ext cx="571098" cy="19988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8903" y="2450084"/>
            <a:ext cx="723393" cy="19988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7142" y="1969477"/>
            <a:ext cx="571101" cy="199885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7155" y="2932765"/>
            <a:ext cx="571101" cy="19988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95589" y="906913"/>
            <a:ext cx="1141810" cy="19734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95589" y="1152525"/>
            <a:ext cx="1365021" cy="19725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73744" y="1969477"/>
            <a:ext cx="571101" cy="19988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24850" y="3835792"/>
            <a:ext cx="180848" cy="18084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9042" y="3786395"/>
            <a:ext cx="780503" cy="3045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2681" y="860061"/>
            <a:ext cx="971550" cy="27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925" y="993140"/>
            <a:ext cx="2914650" cy="284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101090" y="4015740"/>
            <a:ext cx="1036320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61925" y="4015740"/>
            <a:ext cx="74485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2331720" y="4015740"/>
            <a:ext cx="74485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squids.com.br/arduino/projeto" TargetMode="External"/><Relationship Id="rId3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3903" y="1919269"/>
            <a:ext cx="288290" cy="7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25">
                <a:solidFill>
                  <a:srgbClr val="FFFFFF"/>
                </a:solidFill>
                <a:latin typeface="Arial Black"/>
                <a:cs typeface="Arial Black"/>
              </a:rPr>
              <a:t>INTRODUÇÃO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9130" y="3089544"/>
            <a:ext cx="266700" cy="7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25">
                <a:solidFill>
                  <a:srgbClr val="FFFFFF"/>
                </a:solidFill>
                <a:latin typeface="Arial Black"/>
                <a:cs typeface="Arial Black"/>
              </a:rPr>
              <a:t>CONCLUSÃO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71383" y="2982209"/>
            <a:ext cx="258445" cy="7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35">
                <a:solidFill>
                  <a:srgbClr val="FFFFFF"/>
                </a:solidFill>
                <a:latin typeface="Arial Black"/>
                <a:cs typeface="Arial Black"/>
              </a:rPr>
              <a:t>REFERÊNCIA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6393" y="2502694"/>
            <a:ext cx="527050" cy="69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solidFill>
                  <a:srgbClr val="FFFFFF"/>
                </a:solidFill>
                <a:latin typeface="Arial Black"/>
                <a:cs typeface="Arial Black"/>
              </a:rPr>
              <a:t>RESULTADOS</a:t>
            </a:r>
            <a:r>
              <a:rPr dirty="0" sz="300" spc="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00" spc="-6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dirty="0" sz="3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00" spc="-40">
                <a:solidFill>
                  <a:srgbClr val="FFFFFF"/>
                </a:solidFill>
                <a:latin typeface="Arial Black"/>
                <a:cs typeface="Arial Black"/>
              </a:rPr>
              <a:t>DISCUSSÕES</a:t>
            </a:r>
            <a:endParaRPr sz="3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2ª</a:t>
            </a:r>
            <a:r>
              <a:rPr dirty="0" spc="-95"/>
              <a:t> </a:t>
            </a:r>
            <a:r>
              <a:rPr dirty="0" spc="155"/>
              <a:t>EXPO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642681" y="1151237"/>
            <a:ext cx="1120775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85">
                <a:solidFill>
                  <a:srgbClr val="FFFFFF"/>
                </a:solidFill>
                <a:latin typeface="Verdana"/>
                <a:cs typeface="Verdana"/>
              </a:rPr>
              <a:t>ROBÓTICA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2353" y="2035917"/>
            <a:ext cx="906144" cy="437515"/>
          </a:xfrm>
          <a:prstGeom prst="rect">
            <a:avLst/>
          </a:prstGeom>
          <a:ln w="5720">
            <a:solidFill>
              <a:srgbClr val="1B171C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algn="just" marL="13335" marR="5715">
              <a:lnSpc>
                <a:spcPct val="111000"/>
              </a:lnSpc>
              <a:spcBef>
                <a:spcPts val="170"/>
              </a:spcBef>
            </a:pP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Projeto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21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Abril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foi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inspirado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clássico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Forca,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amplamente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conhecido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jogado.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jogo,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jogador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começa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50" b="1">
                <a:latin typeface="Arial"/>
                <a:cs typeface="Arial"/>
              </a:rPr>
              <a:t>6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vidas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perde uma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 cada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erro ao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tentar adivinhar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 palavra</a:t>
            </a:r>
            <a:r>
              <a:rPr dirty="0" sz="200" spc="-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escolhida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aleatoriamente.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Este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projeto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incorpora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os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principais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elementos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spc="-20" b="1">
                <a:latin typeface="Arial"/>
                <a:cs typeface="Arial"/>
              </a:rPr>
              <a:t>jogo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original,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mas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</a:t>
            </a:r>
            <a:r>
              <a:rPr dirty="0" sz="200" spc="7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algumas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adaptações,</a:t>
            </a:r>
            <a:r>
              <a:rPr dirty="0" sz="200" spc="7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incluindo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7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código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que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restringe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palavras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podem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ser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sorteadas,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proporcionando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uma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experiência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personalizada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desafiadora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jogador.</a:t>
            </a:r>
            <a:endParaRPr sz="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53419" y="1397590"/>
            <a:ext cx="1075055" cy="262890"/>
          </a:xfrm>
          <a:prstGeom prst="rect">
            <a:avLst/>
          </a:prstGeom>
          <a:ln w="4570">
            <a:solidFill>
              <a:srgbClr val="1B171C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algn="ctr" marR="17145">
              <a:lnSpc>
                <a:spcPct val="100000"/>
              </a:lnSpc>
              <a:spcBef>
                <a:spcPts val="195"/>
              </a:spcBef>
            </a:pPr>
            <a:r>
              <a:rPr dirty="0" sz="950" spc="-10" b="1">
                <a:latin typeface="Arial"/>
                <a:cs typeface="Arial"/>
              </a:rPr>
              <a:t>Titulo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1309" y="2151005"/>
            <a:ext cx="582930" cy="665480"/>
          </a:xfrm>
          <a:prstGeom prst="rect">
            <a:avLst/>
          </a:prstGeom>
          <a:ln w="6083">
            <a:solidFill>
              <a:srgbClr val="1B171C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endParaRPr sz="200">
              <a:latin typeface="Times New Roman"/>
              <a:cs typeface="Times New Roman"/>
            </a:endParaRPr>
          </a:p>
          <a:p>
            <a:pPr algn="just" marL="18415" marR="22225">
              <a:lnSpc>
                <a:spcPct val="117500"/>
              </a:lnSpc>
            </a:pPr>
            <a:r>
              <a:rPr dirty="0" sz="200" b="1">
                <a:latin typeface="Arial"/>
                <a:cs typeface="Arial"/>
              </a:rPr>
              <a:t>Desenvolver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10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10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10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forca</a:t>
            </a:r>
            <a:r>
              <a:rPr dirty="0" sz="200" spc="10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digital,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interativo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educativo,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ofereça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aos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usuários</a:t>
            </a:r>
            <a:r>
              <a:rPr dirty="0" sz="200" spc="8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</a:t>
            </a:r>
            <a:r>
              <a:rPr dirty="0" sz="200" spc="8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oportunidade</a:t>
            </a:r>
            <a:r>
              <a:rPr dirty="0" sz="200" spc="8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divertida</a:t>
            </a:r>
            <a:r>
              <a:rPr dirty="0" sz="200" spc="8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de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aprimorar</a:t>
            </a:r>
            <a:r>
              <a:rPr dirty="0" sz="200" spc="9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suas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habilidades</a:t>
            </a:r>
            <a:r>
              <a:rPr dirty="0" sz="200" spc="9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linguísticas,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vocabulário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ortografia,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mesmo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tempo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exercitam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seu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raciocínio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50" b="1">
                <a:latin typeface="Arial"/>
                <a:cs typeface="Arial"/>
              </a:rPr>
              <a:t>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desafio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adivinhação.</a:t>
            </a:r>
            <a:endParaRPr sz="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28805" y="2160028"/>
            <a:ext cx="834390" cy="951865"/>
          </a:xfrm>
          <a:prstGeom prst="rect">
            <a:avLst/>
          </a:prstGeom>
          <a:ln w="8642">
            <a:solidFill>
              <a:srgbClr val="1B171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">
              <a:latin typeface="Times New Roman"/>
              <a:cs typeface="Times New Roman"/>
            </a:endParaRPr>
          </a:p>
          <a:p>
            <a:pPr algn="just" marL="16510" marR="8890">
              <a:lnSpc>
                <a:spcPct val="117500"/>
              </a:lnSpc>
              <a:spcBef>
                <a:spcPts val="5"/>
              </a:spcBef>
            </a:pPr>
            <a:r>
              <a:rPr dirty="0" sz="200" b="1">
                <a:latin typeface="Arial"/>
                <a:cs typeface="Arial"/>
              </a:rPr>
              <a:t>Durante</a:t>
            </a:r>
            <a:r>
              <a:rPr dirty="0" sz="200" spc="1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1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desenvolvimento</a:t>
            </a:r>
            <a:r>
              <a:rPr dirty="0" sz="200" spc="1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1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projeto,</a:t>
            </a:r>
            <a:r>
              <a:rPr dirty="0" sz="200" spc="1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foram</a:t>
            </a:r>
            <a:r>
              <a:rPr dirty="0" sz="200" spc="1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realizadas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diversas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visitas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laboratório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construção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integração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dos</a:t>
            </a:r>
            <a:r>
              <a:rPr dirty="0" sz="200" spc="229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componentes</a:t>
            </a:r>
            <a:r>
              <a:rPr dirty="0" sz="200" spc="229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229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hardware,</a:t>
            </a:r>
            <a:r>
              <a:rPr dirty="0" sz="200" spc="2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utilizando</a:t>
            </a:r>
            <a:r>
              <a:rPr dirty="0" sz="200" spc="229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materiais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disponíveis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local.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adaptação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forca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spc="-50" b="1">
                <a:latin typeface="Arial"/>
                <a:cs typeface="Arial"/>
              </a:rPr>
              <a:t>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ambiente</a:t>
            </a:r>
            <a:r>
              <a:rPr dirty="0" sz="200" spc="8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digital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exigiu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planejamento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cuidadoso,</a:t>
            </a:r>
            <a:r>
              <a:rPr dirty="0" sz="200" spc="9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focado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criar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experiência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interativa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intuitiva.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programação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código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demandou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estudo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aprofundado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garantir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integração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eficiente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entre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software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hardware,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assegurando</a:t>
            </a:r>
            <a:r>
              <a:rPr dirty="0" sz="200" spc="2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todas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funcionalidades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04" b="1">
                <a:latin typeface="Arial"/>
                <a:cs typeface="Arial"/>
              </a:rPr>
              <a:t> </a:t>
            </a:r>
            <a:r>
              <a:rPr dirty="0" sz="200" spc="-20" b="1">
                <a:latin typeface="Arial"/>
                <a:cs typeface="Arial"/>
              </a:rPr>
              <a:t>jogo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operassem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maneira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fluida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sincronizada.</a:t>
            </a:r>
            <a:endParaRPr sz="200">
              <a:latin typeface="Arial"/>
              <a:cs typeface="Arial"/>
            </a:endParaRPr>
          </a:p>
          <a:p>
            <a:pPr algn="just" marL="16510">
              <a:lnSpc>
                <a:spcPct val="100000"/>
              </a:lnSpc>
              <a:spcBef>
                <a:spcPts val="40"/>
              </a:spcBef>
            </a:pP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sua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construção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foi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dividida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4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etapas:</a:t>
            </a:r>
            <a:endParaRPr sz="200">
              <a:latin typeface="Arial"/>
              <a:cs typeface="Arial"/>
            </a:endParaRPr>
          </a:p>
          <a:p>
            <a:pPr algn="just" marL="16510">
              <a:lnSpc>
                <a:spcPct val="100000"/>
              </a:lnSpc>
              <a:spcBef>
                <a:spcPts val="40"/>
              </a:spcBef>
            </a:pPr>
            <a:r>
              <a:rPr dirty="0" sz="200" b="1">
                <a:latin typeface="Arial"/>
                <a:cs typeface="Arial"/>
              </a:rPr>
              <a:t>Etapa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1: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Planejamento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Especificação</a:t>
            </a:r>
            <a:endParaRPr sz="200">
              <a:latin typeface="Arial"/>
              <a:cs typeface="Arial"/>
            </a:endParaRPr>
          </a:p>
          <a:p>
            <a:pPr algn="just" marL="16510" marR="8890">
              <a:lnSpc>
                <a:spcPct val="117500"/>
              </a:lnSpc>
            </a:pPr>
            <a:r>
              <a:rPr dirty="0" sz="200" b="1">
                <a:latin typeface="Arial"/>
                <a:cs typeface="Arial"/>
              </a:rPr>
              <a:t>Definir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vocabulário:</a:t>
            </a:r>
            <a:r>
              <a:rPr dirty="0" sz="200" spc="5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Liste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</a:t>
            </a:r>
            <a:r>
              <a:rPr dirty="0" sz="200" spc="5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palavras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5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serão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usadas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no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jogo.</a:t>
            </a:r>
            <a:r>
              <a:rPr dirty="0" sz="200" spc="6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Essas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palavras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devem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ser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programadas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código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ou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carregadas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dinamicamente.</a:t>
            </a:r>
            <a:endParaRPr sz="200">
              <a:latin typeface="Arial"/>
              <a:cs typeface="Arial"/>
            </a:endParaRPr>
          </a:p>
          <a:p>
            <a:pPr algn="just" marL="16510" marR="8890">
              <a:lnSpc>
                <a:spcPct val="117500"/>
              </a:lnSpc>
            </a:pPr>
            <a:r>
              <a:rPr dirty="0" sz="200" b="1">
                <a:latin typeface="Arial"/>
                <a:cs typeface="Arial"/>
              </a:rPr>
              <a:t>Definir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regras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jogo: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forca,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jogador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tem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um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número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limitado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tentativas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adivinhar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palavra.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Decida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quantas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tentativas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erradas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resultarão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"forca".</a:t>
            </a:r>
            <a:endParaRPr sz="200">
              <a:latin typeface="Arial"/>
              <a:cs typeface="Arial"/>
            </a:endParaRPr>
          </a:p>
          <a:p>
            <a:pPr marL="16510" marR="374650">
              <a:lnSpc>
                <a:spcPct val="117500"/>
              </a:lnSpc>
              <a:spcBef>
                <a:spcPts val="5"/>
              </a:spcBef>
            </a:pPr>
            <a:r>
              <a:rPr dirty="0" sz="200" b="1">
                <a:latin typeface="Arial"/>
                <a:cs typeface="Arial"/>
              </a:rPr>
              <a:t>Etapa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2: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Montagem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Hardware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Etapa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3: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Programação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Arduino</a:t>
            </a:r>
            <a:endParaRPr sz="200">
              <a:latin typeface="Arial"/>
              <a:cs typeface="Arial"/>
            </a:endParaRPr>
          </a:p>
          <a:p>
            <a:pPr marL="45085" indent="-33655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45085" algn="l"/>
              </a:tabLst>
            </a:pPr>
            <a:r>
              <a:rPr dirty="0" sz="200" b="1">
                <a:latin typeface="Arial"/>
                <a:cs typeface="Arial"/>
              </a:rPr>
              <a:t>Inicialização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4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Hardware:</a:t>
            </a:r>
            <a:endParaRPr sz="200">
              <a:latin typeface="Arial"/>
              <a:cs typeface="Arial"/>
            </a:endParaRPr>
          </a:p>
          <a:p>
            <a:pPr marL="16510" marR="514984" indent="-5080">
              <a:lnSpc>
                <a:spcPct val="117500"/>
              </a:lnSpc>
              <a:buAutoNum type="arabicPeriod"/>
              <a:tabLst>
                <a:tab pos="45085" algn="l"/>
              </a:tabLst>
            </a:pPr>
            <a:r>
              <a:rPr dirty="0" sz="200" b="1">
                <a:latin typeface="Arial"/>
                <a:cs typeface="Arial"/>
              </a:rPr>
              <a:t>	</a:t>
            </a:r>
            <a:r>
              <a:rPr dirty="0" sz="200" b="1">
                <a:latin typeface="Arial"/>
                <a:cs typeface="Arial"/>
              </a:rPr>
              <a:t>Lógica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Jogo: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Etapa</a:t>
            </a:r>
            <a:r>
              <a:rPr dirty="0" sz="200" spc="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4: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Teste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Ajuste</a:t>
            </a:r>
            <a:endParaRPr sz="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3049" y="2590717"/>
            <a:ext cx="906144" cy="437515"/>
          </a:xfrm>
          <a:prstGeom prst="rect">
            <a:avLst/>
          </a:prstGeom>
          <a:ln w="6090">
            <a:solidFill>
              <a:srgbClr val="1B171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just" marL="14604" marR="27940">
              <a:lnSpc>
                <a:spcPct val="107700"/>
              </a:lnSpc>
            </a:pPr>
            <a:r>
              <a:rPr dirty="0" sz="200" spc="-10" b="1">
                <a:latin typeface="Arial"/>
                <a:cs typeface="Arial"/>
              </a:rPr>
              <a:t>Como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resultado,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projeto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foi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adaptado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sucesso,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tornando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sistema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interativo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plenamente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funcional.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experiência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proporcionou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aprendizado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significativo,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abrangendo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desde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aspectos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de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programação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até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resolução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desafios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técnicos.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consulta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fontes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externas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conhecimento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desempenhou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</a:t>
            </a:r>
            <a:r>
              <a:rPr dirty="0" sz="200" spc="7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papel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essencial</a:t>
            </a:r>
            <a:r>
              <a:rPr dirty="0" sz="200" spc="65" b="1">
                <a:latin typeface="Arial"/>
                <a:cs typeface="Arial"/>
              </a:rPr>
              <a:t> </a:t>
            </a:r>
            <a:r>
              <a:rPr dirty="0" sz="200" spc="-35" b="1">
                <a:latin typeface="Arial"/>
                <a:cs typeface="Arial"/>
              </a:rPr>
              <a:t>no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sucesso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projeto,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que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agora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serve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como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referência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sólida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para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futuras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iniciativas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envolvendo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integração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entre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hardware</a:t>
            </a:r>
            <a:r>
              <a:rPr dirty="0" sz="200" spc="4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software.</a:t>
            </a:r>
            <a:endParaRPr sz="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0002" y="3220824"/>
            <a:ext cx="898525" cy="424815"/>
          </a:xfrm>
          <a:prstGeom prst="rect">
            <a:avLst/>
          </a:prstGeom>
          <a:ln w="5957">
            <a:solidFill>
              <a:srgbClr val="1B171C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 algn="just" marL="19685" marR="15240">
              <a:lnSpc>
                <a:spcPct val="107700"/>
              </a:lnSpc>
              <a:spcBef>
                <a:spcPts val="50"/>
              </a:spcBef>
            </a:pPr>
            <a:r>
              <a:rPr dirty="0" sz="200" b="1">
                <a:latin typeface="Arial"/>
                <a:cs typeface="Arial"/>
              </a:rPr>
              <a:t>EO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projeto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evidenciou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importância</a:t>
            </a:r>
            <a:r>
              <a:rPr dirty="0" sz="200" spc="5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trabalho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equipe</a:t>
            </a:r>
            <a:r>
              <a:rPr dirty="0" sz="200" spc="5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55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da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abordagem</a:t>
            </a:r>
            <a:r>
              <a:rPr dirty="0" sz="200" spc="9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criativa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na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resolução</a:t>
            </a:r>
            <a:r>
              <a:rPr dirty="0" sz="200" spc="9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problemas,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já</a:t>
            </a:r>
            <a:r>
              <a:rPr dirty="0" sz="200" spc="1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que</a:t>
            </a:r>
            <a:r>
              <a:rPr dirty="0" sz="200" spc="9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foram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necessários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ajustes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constantes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tanto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código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quanto</a:t>
            </a:r>
            <a:r>
              <a:rPr dirty="0" sz="200" spc="1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hardware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garantir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pleno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funcionamento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jogo.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implementação</a:t>
            </a:r>
            <a:r>
              <a:rPr dirty="0" sz="200" spc="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do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spc="-20" b="1">
                <a:latin typeface="Arial"/>
                <a:cs typeface="Arial"/>
              </a:rPr>
              <a:t>Jogo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Forca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Arduino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não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só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oferece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forma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de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entretenimento,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mas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também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consolida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como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uma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base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valiosa</a:t>
            </a:r>
            <a:r>
              <a:rPr dirty="0" sz="200" spc="2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para</a:t>
            </a:r>
            <a:r>
              <a:rPr dirty="0" sz="200" spc="3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aprofundar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estudos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jogos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interativos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sistemas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embarcados,</a:t>
            </a:r>
            <a:r>
              <a:rPr dirty="0" sz="200" spc="35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abrindo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caminhos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para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futuros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desenvolvimentos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nessa</a:t>
            </a:r>
            <a:r>
              <a:rPr dirty="0" sz="200" spc="4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área.</a:t>
            </a:r>
            <a:endParaRPr sz="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73949" y="3115042"/>
            <a:ext cx="582930" cy="501015"/>
          </a:xfrm>
          <a:prstGeom prst="rect">
            <a:avLst/>
          </a:prstGeom>
          <a:ln w="6095">
            <a:solidFill>
              <a:srgbClr val="1B171C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200">
              <a:latin typeface="Times New Roman"/>
              <a:cs typeface="Times New Roman"/>
            </a:endParaRPr>
          </a:p>
          <a:p>
            <a:pPr marL="13970" marR="26670">
              <a:lnSpc>
                <a:spcPct val="111000"/>
              </a:lnSpc>
              <a:tabLst>
                <a:tab pos="502920" algn="l"/>
              </a:tabLst>
            </a:pPr>
            <a:r>
              <a:rPr dirty="0" sz="200" b="1">
                <a:latin typeface="Arial"/>
                <a:cs typeface="Arial"/>
              </a:rPr>
              <a:t>ASQUIDS.</a:t>
            </a:r>
            <a:r>
              <a:rPr dirty="0" sz="200" spc="114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da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Forca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-</a:t>
            </a:r>
            <a:r>
              <a:rPr dirty="0" sz="200" spc="12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Jogo</a:t>
            </a:r>
            <a:r>
              <a:rPr dirty="0" sz="200" spc="114" b="1">
                <a:latin typeface="Arial"/>
                <a:cs typeface="Arial"/>
              </a:rPr>
              <a:t> </a:t>
            </a:r>
            <a:r>
              <a:rPr dirty="0" sz="200" spc="-25" b="1">
                <a:latin typeface="Arial"/>
                <a:cs typeface="Arial"/>
              </a:rPr>
              <a:t>01.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Disponível</a:t>
            </a:r>
            <a:r>
              <a:rPr dirty="0" sz="200" b="1">
                <a:latin typeface="Arial"/>
                <a:cs typeface="Arial"/>
              </a:rPr>
              <a:t>	</a:t>
            </a:r>
            <a:r>
              <a:rPr dirty="0" sz="200" spc="-25" b="1">
                <a:latin typeface="Arial"/>
                <a:cs typeface="Arial"/>
              </a:rPr>
              <a:t>em:</a:t>
            </a:r>
            <a:endParaRPr sz="200">
              <a:latin typeface="Arial"/>
              <a:cs typeface="Arial"/>
            </a:endParaRPr>
          </a:p>
          <a:p>
            <a:pPr marL="13970" marR="27940">
              <a:lnSpc>
                <a:spcPct val="111000"/>
              </a:lnSpc>
            </a:pPr>
            <a:r>
              <a:rPr dirty="0" sz="200" spc="-10" b="1">
                <a:latin typeface="Arial"/>
                <a:cs typeface="Arial"/>
                <a:hlinkClick r:id="rId2"/>
              </a:rPr>
              <a:t>&lt;https://www.squids.com.br/arduino/projeto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s-arduino/jogos/180-jogo-da-forca-jogo-</a:t>
            </a:r>
            <a:r>
              <a:rPr dirty="0" sz="200" spc="-25" b="1">
                <a:latin typeface="Arial"/>
                <a:cs typeface="Arial"/>
              </a:rPr>
              <a:t>01.</a:t>
            </a:r>
            <a:r>
              <a:rPr dirty="0" sz="200" spc="50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Acesso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em: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12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b="1">
                <a:latin typeface="Arial"/>
                <a:cs typeface="Arial"/>
              </a:rPr>
              <a:t>nov.</a:t>
            </a:r>
            <a:r>
              <a:rPr dirty="0" sz="200" spc="10" b="1">
                <a:latin typeface="Arial"/>
                <a:cs typeface="Arial"/>
              </a:rPr>
              <a:t> </a:t>
            </a:r>
            <a:r>
              <a:rPr dirty="0" sz="200" spc="-10" b="1">
                <a:latin typeface="Arial"/>
                <a:cs typeface="Arial"/>
              </a:rPr>
              <a:t>2024.&gt;</a:t>
            </a:r>
            <a:endParaRPr sz="2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38312" y="1643828"/>
            <a:ext cx="988694" cy="371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73025">
              <a:lnSpc>
                <a:spcPct val="126000"/>
              </a:lnSpc>
              <a:spcBef>
                <a:spcPts val="95"/>
              </a:spcBef>
            </a:pPr>
            <a:r>
              <a:rPr dirty="0" sz="300" spc="10" b="1">
                <a:latin typeface="Arial"/>
                <a:cs typeface="Arial"/>
              </a:rPr>
              <a:t>PROFESSOR:</a:t>
            </a:r>
            <a:r>
              <a:rPr dirty="0" sz="300" spc="2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Breno</a:t>
            </a:r>
            <a:r>
              <a:rPr dirty="0" sz="300" spc="2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Marcel</a:t>
            </a:r>
            <a:r>
              <a:rPr dirty="0" sz="300" spc="2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de</a:t>
            </a:r>
            <a:r>
              <a:rPr dirty="0" sz="300" spc="2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Souza</a:t>
            </a:r>
            <a:r>
              <a:rPr dirty="0" sz="300" spc="25" b="1">
                <a:latin typeface="Arial"/>
                <a:cs typeface="Arial"/>
              </a:rPr>
              <a:t> </a:t>
            </a:r>
            <a:r>
              <a:rPr dirty="0" sz="300" spc="-10" b="1">
                <a:latin typeface="Arial"/>
                <a:cs typeface="Arial"/>
              </a:rPr>
              <a:t>Simões</a:t>
            </a:r>
            <a:r>
              <a:rPr dirty="0" sz="300" spc="500" b="1">
                <a:latin typeface="Arial"/>
                <a:cs typeface="Arial"/>
              </a:rPr>
              <a:t> </a:t>
            </a:r>
            <a:r>
              <a:rPr dirty="0" sz="300" spc="-10" b="1">
                <a:latin typeface="Arial"/>
                <a:cs typeface="Arial"/>
              </a:rPr>
              <a:t>ESTUDANTES</a:t>
            </a:r>
            <a:endParaRPr sz="3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300" spc="10" b="1">
                <a:latin typeface="Arial"/>
                <a:cs typeface="Arial"/>
              </a:rPr>
              <a:t>ISRAEL</a:t>
            </a:r>
            <a:r>
              <a:rPr dirty="0" sz="300" spc="4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HANRY</a:t>
            </a:r>
            <a:r>
              <a:rPr dirty="0" sz="300" spc="4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COSTA</a:t>
            </a:r>
            <a:r>
              <a:rPr dirty="0" sz="300" spc="40" b="1">
                <a:latin typeface="Arial"/>
                <a:cs typeface="Arial"/>
              </a:rPr>
              <a:t> </a:t>
            </a:r>
            <a:r>
              <a:rPr dirty="0" sz="300" spc="-10" b="1">
                <a:latin typeface="Arial"/>
                <a:cs typeface="Arial"/>
              </a:rPr>
              <a:t>RODRIGUES</a:t>
            </a:r>
            <a:endParaRPr sz="300">
              <a:latin typeface="Arial"/>
              <a:cs typeface="Arial"/>
            </a:endParaRPr>
          </a:p>
          <a:p>
            <a:pPr algn="just" marL="12700" marR="5080">
              <a:lnSpc>
                <a:spcPct val="126000"/>
              </a:lnSpc>
            </a:pPr>
            <a:r>
              <a:rPr dirty="0" sz="300" spc="10" b="1">
                <a:latin typeface="Arial"/>
                <a:cs typeface="Arial"/>
              </a:rPr>
              <a:t>MAYKE</a:t>
            </a:r>
            <a:r>
              <a:rPr dirty="0" sz="300" spc="4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HENAN</a:t>
            </a:r>
            <a:r>
              <a:rPr dirty="0" sz="300" spc="5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DE</a:t>
            </a:r>
            <a:r>
              <a:rPr dirty="0" sz="300" spc="5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ALBUQUERQUE</a:t>
            </a:r>
            <a:r>
              <a:rPr dirty="0" sz="300" spc="45" b="1">
                <a:latin typeface="Arial"/>
                <a:cs typeface="Arial"/>
              </a:rPr>
              <a:t> </a:t>
            </a:r>
            <a:r>
              <a:rPr dirty="0" sz="300" spc="-10" b="1">
                <a:latin typeface="Arial"/>
                <a:cs typeface="Arial"/>
              </a:rPr>
              <a:t>FLORENCIO</a:t>
            </a:r>
            <a:r>
              <a:rPr dirty="0" sz="300" spc="50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WIRANDER</a:t>
            </a:r>
            <a:r>
              <a:rPr dirty="0" sz="300" spc="3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PEREIRA</a:t>
            </a:r>
            <a:r>
              <a:rPr dirty="0" sz="300" spc="3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ROSA</a:t>
            </a:r>
            <a:r>
              <a:rPr dirty="0" sz="300" spc="3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DE</a:t>
            </a:r>
            <a:r>
              <a:rPr dirty="0" sz="300" spc="3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OLIVEIRA</a:t>
            </a:r>
            <a:r>
              <a:rPr dirty="0" sz="300" spc="35" b="1">
                <a:latin typeface="Arial"/>
                <a:cs typeface="Arial"/>
              </a:rPr>
              <a:t> </a:t>
            </a:r>
            <a:r>
              <a:rPr dirty="0" sz="300" spc="-10" b="1">
                <a:latin typeface="Arial"/>
                <a:cs typeface="Arial"/>
              </a:rPr>
              <a:t>FILHO</a:t>
            </a:r>
            <a:r>
              <a:rPr dirty="0" sz="300" spc="50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JOSE</a:t>
            </a:r>
            <a:r>
              <a:rPr dirty="0" sz="300" spc="40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ALVES</a:t>
            </a:r>
            <a:r>
              <a:rPr dirty="0" sz="300" spc="45" b="1">
                <a:latin typeface="Arial"/>
                <a:cs typeface="Arial"/>
              </a:rPr>
              <a:t> </a:t>
            </a:r>
            <a:r>
              <a:rPr dirty="0" sz="300" spc="10" b="1">
                <a:latin typeface="Arial"/>
                <a:cs typeface="Arial"/>
              </a:rPr>
              <a:t>CAVALCANTE</a:t>
            </a:r>
            <a:r>
              <a:rPr dirty="0" sz="300" spc="45" b="1">
                <a:latin typeface="Arial"/>
                <a:cs typeface="Arial"/>
              </a:rPr>
              <a:t> </a:t>
            </a:r>
            <a:r>
              <a:rPr dirty="0" sz="300" spc="-20" b="1">
                <a:latin typeface="Arial"/>
                <a:cs typeface="Arial"/>
              </a:rPr>
              <a:t>NETO</a:t>
            </a:r>
            <a:endParaRPr sz="3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95818" y="2022635"/>
            <a:ext cx="1022350" cy="7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8185" algn="l"/>
              </a:tabLst>
            </a:pPr>
            <a:r>
              <a:rPr dirty="0" baseline="9259" sz="450" spc="-44">
                <a:solidFill>
                  <a:srgbClr val="FFFFFF"/>
                </a:solidFill>
                <a:latin typeface="Arial Black"/>
                <a:cs typeface="Arial Black"/>
              </a:rPr>
              <a:t>OB</a:t>
            </a:r>
            <a:r>
              <a:rPr dirty="0" baseline="9259" sz="450" spc="-22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9259" sz="450" spc="-37">
                <a:solidFill>
                  <a:srgbClr val="FFFFFF"/>
                </a:solidFill>
                <a:latin typeface="Arial Black"/>
                <a:cs typeface="Arial Black"/>
              </a:rPr>
              <a:t>JETIVO</a:t>
            </a:r>
            <a:r>
              <a:rPr dirty="0" baseline="9259" sz="450" spc="532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0" spc="-25" b="1">
                <a:latin typeface="Arial"/>
                <a:cs typeface="Arial"/>
              </a:rPr>
              <a:t>JOSE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ALVES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CAVALCANTE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NETO</a:t>
            </a:r>
            <a:r>
              <a:rPr dirty="0" sz="100" b="1">
                <a:latin typeface="Arial"/>
                <a:cs typeface="Arial"/>
              </a:rPr>
              <a:t>	</a:t>
            </a:r>
            <a:r>
              <a:rPr dirty="0" baseline="9259" sz="450" spc="-30">
                <a:solidFill>
                  <a:srgbClr val="FFFFFF"/>
                </a:solidFill>
                <a:latin typeface="Arial Black"/>
                <a:cs typeface="Arial Black"/>
              </a:rPr>
              <a:t>METODOLOGIA</a:t>
            </a:r>
            <a:endParaRPr baseline="9259" sz="450">
              <a:latin typeface="Arial Black"/>
              <a:cs typeface="Arial Black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2424" y="390253"/>
            <a:ext cx="1246902" cy="428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RHANDSSON ALCANTARA</dc:creator>
  <cp:keywords>DAGW1gNU3Mg,BAGGzE0OEcA,0</cp:keywords>
  <dc:title>MODELO_BANNER.pdf</dc:title>
  <dcterms:created xsi:type="dcterms:W3CDTF">2025-11-10T14:57:10Z</dcterms:created>
  <dcterms:modified xsi:type="dcterms:W3CDTF">2025-11-10T14:57:10Z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2025-11-10T00:00:00Z</vt:filetime>
  </property>
  <property fmtid="{D5CDD505-2E9C-101B-9397-08002B2CF9AE}" pid="5" name="Producer">
    <vt:lpwstr>Canva</vt:lpwstr>
  </property>
</Properties>
</file>